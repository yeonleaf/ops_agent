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4480" r:id="rId1"/>
    <p:sldMasterId id="2147484489" r:id="rId2"/>
    <p:sldMasterId id="2147484502" r:id="rId3"/>
    <p:sldMasterId id="2147484504" r:id="rId4"/>
  </p:sldMasterIdLst>
  <p:notesMasterIdLst>
    <p:notesMasterId r:id="rId20"/>
  </p:notesMasterIdLst>
  <p:sldIdLst>
    <p:sldId id="301" r:id="rId5"/>
    <p:sldId id="302" r:id="rId6"/>
    <p:sldId id="306" r:id="rId7"/>
    <p:sldId id="426" r:id="rId8"/>
    <p:sldId id="405" r:id="rId9"/>
    <p:sldId id="425" r:id="rId10"/>
    <p:sldId id="428" r:id="rId11"/>
    <p:sldId id="401" r:id="rId12"/>
    <p:sldId id="422" r:id="rId13"/>
    <p:sldId id="423" r:id="rId14"/>
    <p:sldId id="424" r:id="rId15"/>
    <p:sldId id="430" r:id="rId16"/>
    <p:sldId id="431" r:id="rId17"/>
    <p:sldId id="433" r:id="rId18"/>
    <p:sldId id="434" r:id="rId19"/>
  </p:sldIdLst>
  <p:sldSz cx="11315700" cy="8001000"/>
  <p:notesSz cx="6858000" cy="9144000"/>
  <p:defaultTextStyle>
    <a:defPPr>
      <a:defRPr lang="en-GB"/>
    </a:defPPr>
    <a:lvl1pPr algn="ctr" rtl="0" eaLnBrk="0" fontAlgn="base" hangingPunct="0">
      <a:spcBef>
        <a:spcPct val="0"/>
      </a:spcBef>
      <a:spcAft>
        <a:spcPct val="0"/>
      </a:spcAft>
      <a:defRPr sz="1500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526786" algn="ctr" rtl="0" eaLnBrk="0" fontAlgn="base" hangingPunct="0">
      <a:spcBef>
        <a:spcPct val="0"/>
      </a:spcBef>
      <a:spcAft>
        <a:spcPct val="0"/>
      </a:spcAft>
      <a:defRPr sz="1500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1053572" algn="ctr" rtl="0" eaLnBrk="0" fontAlgn="base" hangingPunct="0">
      <a:spcBef>
        <a:spcPct val="0"/>
      </a:spcBef>
      <a:spcAft>
        <a:spcPct val="0"/>
      </a:spcAft>
      <a:defRPr sz="1500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580358" algn="ctr" rtl="0" eaLnBrk="0" fontAlgn="base" hangingPunct="0">
      <a:spcBef>
        <a:spcPct val="0"/>
      </a:spcBef>
      <a:spcAft>
        <a:spcPct val="0"/>
      </a:spcAft>
      <a:defRPr sz="1500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2107143" algn="ctr" rtl="0" eaLnBrk="0" fontAlgn="base" hangingPunct="0">
      <a:spcBef>
        <a:spcPct val="0"/>
      </a:spcBef>
      <a:spcAft>
        <a:spcPct val="0"/>
      </a:spcAft>
      <a:defRPr sz="1500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633929" algn="l" defTabSz="1053572" rtl="0" eaLnBrk="1" latinLnBrk="1" hangingPunct="1">
      <a:defRPr sz="1500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3160715" algn="l" defTabSz="1053572" rtl="0" eaLnBrk="1" latinLnBrk="1" hangingPunct="1">
      <a:defRPr sz="1500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687501" algn="l" defTabSz="1053572" rtl="0" eaLnBrk="1" latinLnBrk="1" hangingPunct="1">
      <a:defRPr sz="1500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4214287" algn="l" defTabSz="1053572" rtl="0" eaLnBrk="1" latinLnBrk="1" hangingPunct="1">
      <a:defRPr sz="1500" b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D6BCE61B-8EDD-4EB7-B9F0-87E488C98FB2}">
          <p14:sldIdLst>
            <p14:sldId id="301"/>
            <p14:sldId id="302"/>
            <p14:sldId id="306"/>
          </p14:sldIdLst>
        </p14:section>
        <p14:section name="상품관리&gt;콘텐츠상품관리&gt;PPM상품관리" id="{A967D1C1-D439-43C9-BB53-F27D8FD30AA0}">
          <p14:sldIdLst>
            <p14:sldId id="426"/>
            <p14:sldId id="405"/>
          </p14:sldIdLst>
        </p14:section>
        <p14:section name="상품관리&gt;콘텐츠상품관리&gt;PPM복합상품관리" id="{DFD050A5-E5BF-448B-A002-41AF5027C42C}">
          <p14:sldIdLst>
            <p14:sldId id="425"/>
            <p14:sldId id="428"/>
          </p14:sldIdLst>
        </p14:section>
        <p14:section name="상품관리&gt;콘텐츠상품관리&gt;상하관계조회" id="{AEBB444E-11A1-4EBE-809E-88A3822830AC}">
          <p14:sldIdLst>
            <p14:sldId id="401"/>
            <p14:sldId id="422"/>
            <p14:sldId id="423"/>
            <p14:sldId id="424"/>
          </p14:sldIdLst>
        </p14:section>
        <p14:section name="상품관리&gt;채널상품관리&gt;채널PPM상품관리" id="{C8F24BBB-1936-4EBC-AE26-3FCA68A9941A}">
          <p14:sldIdLst>
            <p14:sldId id="430"/>
            <p14:sldId id="431"/>
          </p14:sldIdLst>
        </p14:section>
        <p14:section name="상품관리&gt;채널상품관리&gt;채널PPM복합상품관리" id="{8354FD7D-280A-40D0-B491-7EC25AEC6393}">
          <p14:sldIdLst>
            <p14:sldId id="433"/>
            <p14:sldId id="43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39">
          <p15:clr>
            <a:srgbClr val="A4A3A4"/>
          </p15:clr>
        </p15:guide>
        <p15:guide id="2" orient="horz" pos="524" userDrawn="1">
          <p15:clr>
            <a:srgbClr val="A4A3A4"/>
          </p15:clr>
        </p15:guide>
        <p15:guide id="3" orient="horz" pos="4629">
          <p15:clr>
            <a:srgbClr val="A4A3A4"/>
          </p15:clr>
        </p15:guide>
        <p15:guide id="4" orient="horz" pos="683" userDrawn="1">
          <p15:clr>
            <a:srgbClr val="A4A3A4"/>
          </p15:clr>
        </p15:guide>
        <p15:guide id="5" pos="3882">
          <p15:clr>
            <a:srgbClr val="A4A3A4"/>
          </p15:clr>
        </p15:guide>
        <p15:guide id="6" pos="6921">
          <p15:clr>
            <a:srgbClr val="A4A3A4"/>
          </p15:clr>
        </p15:guide>
        <p15:guide id="7" pos="139">
          <p15:clr>
            <a:srgbClr val="A4A3A4"/>
          </p15:clr>
        </p15:guide>
        <p15:guide id="8" pos="2770">
          <p15:clr>
            <a:srgbClr val="A4A3A4"/>
          </p15:clr>
        </p15:guide>
        <p15:guide id="9" pos="6694" userDrawn="1">
          <p15:clr>
            <a:srgbClr val="A4A3A4"/>
          </p15:clr>
        </p15:guide>
        <p15:guide id="10" pos="5401">
          <p15:clr>
            <a:srgbClr val="A4A3A4"/>
          </p15:clr>
        </p15:guide>
        <p15:guide id="11" pos="653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DBEEF4"/>
    <a:srgbClr val="000000"/>
    <a:srgbClr val="7F7F7F"/>
    <a:srgbClr val="FFFFCC"/>
    <a:srgbClr val="FF9933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05" autoAdjust="0"/>
    <p:restoredTop sz="96405" autoAdjust="0"/>
  </p:normalViewPr>
  <p:slideViewPr>
    <p:cSldViewPr>
      <p:cViewPr varScale="1">
        <p:scale>
          <a:sx n="112" d="100"/>
          <a:sy n="112" d="100"/>
        </p:scale>
        <p:origin x="1552" y="200"/>
      </p:cViewPr>
      <p:guideLst>
        <p:guide orient="horz" pos="139"/>
        <p:guide orient="horz" pos="524"/>
        <p:guide orient="horz" pos="4629"/>
        <p:guide orient="horz" pos="683"/>
        <p:guide pos="3882"/>
        <p:guide pos="6921"/>
        <p:guide pos="139"/>
        <p:guide pos="2770"/>
        <p:guide pos="6694"/>
        <p:guide pos="5401"/>
        <p:guide pos="6535"/>
      </p:guideLst>
    </p:cSldViewPr>
  </p:slideViewPr>
  <p:outlineViewPr>
    <p:cViewPr varScale="1">
      <p:scale>
        <a:sx n="170" d="200"/>
        <a:sy n="170" d="2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070"/>
    </p:cViewPr>
  </p:sorterViewPr>
  <p:notesViewPr>
    <p:cSldViewPr>
      <p:cViewPr>
        <p:scale>
          <a:sx n="125" d="100"/>
          <a:sy n="125" d="100"/>
        </p:scale>
        <p:origin x="-1266" y="324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AutoShape 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36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3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sz="13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sz="13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sz="13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sz="13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endParaRPr lang="ko-KR" altLang="en-US"/>
          </a:p>
        </p:txBody>
      </p:sp>
      <p:sp>
        <p:nvSpPr>
          <p:cNvPr id="18435" name="AutoShape 2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13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sz="13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sz="13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sz="13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sz="13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300" b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endParaRPr lang="ko-KR" altLang="en-US"/>
          </a:p>
        </p:txBody>
      </p:sp>
      <p:sp>
        <p:nvSpPr>
          <p:cNvPr id="18436" name="Rectangle 3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004888" y="685800"/>
            <a:ext cx="4848225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52" name="Rectangle 4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14923084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517641" rtl="0" eaLnBrk="0" fontAlgn="base" latinLnBrk="1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kumimoji="1" sz="1400" kern="1200">
        <a:solidFill>
          <a:srgbClr val="000000"/>
        </a:solidFill>
        <a:latin typeface="굴림" pitchFamily="50" charset="-127"/>
        <a:ea typeface="굴림" pitchFamily="50" charset="-127"/>
        <a:cs typeface="+mn-cs"/>
      </a:defRPr>
    </a:lvl1pPr>
    <a:lvl2pPr marL="856027" indent="-329241" algn="l" defTabSz="517641" rtl="0" eaLnBrk="0" fontAlgn="base" latinLnBrk="1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kumimoji="1" sz="1400" kern="1200">
        <a:solidFill>
          <a:srgbClr val="000000"/>
        </a:solidFill>
        <a:latin typeface="굴림" pitchFamily="50" charset="-127"/>
        <a:ea typeface="굴림" pitchFamily="50" charset="-127"/>
        <a:cs typeface="+mn-cs"/>
      </a:defRPr>
    </a:lvl2pPr>
    <a:lvl3pPr marL="1316965" indent="-263393" algn="l" defTabSz="517641" rtl="0" eaLnBrk="0" fontAlgn="base" latinLnBrk="1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kumimoji="1" sz="1400" kern="1200">
        <a:solidFill>
          <a:srgbClr val="000000"/>
        </a:solidFill>
        <a:latin typeface="굴림" pitchFamily="50" charset="-127"/>
        <a:ea typeface="굴림" pitchFamily="50" charset="-127"/>
        <a:cs typeface="+mn-cs"/>
      </a:defRPr>
    </a:lvl3pPr>
    <a:lvl4pPr marL="1843750" indent="-263393" algn="l" defTabSz="517641" rtl="0" eaLnBrk="0" fontAlgn="base" latinLnBrk="1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kumimoji="1" sz="1400" kern="1200">
        <a:solidFill>
          <a:srgbClr val="000000"/>
        </a:solidFill>
        <a:latin typeface="굴림" pitchFamily="50" charset="-127"/>
        <a:ea typeface="굴림" pitchFamily="50" charset="-127"/>
        <a:cs typeface="+mn-cs"/>
      </a:defRPr>
    </a:lvl4pPr>
    <a:lvl5pPr marL="2370536" indent="-263393" algn="l" defTabSz="517641" rtl="0" eaLnBrk="0" fontAlgn="base" latinLnBrk="1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kumimoji="1" sz="1400" kern="1200">
        <a:solidFill>
          <a:srgbClr val="000000"/>
        </a:solidFill>
        <a:latin typeface="굴림" pitchFamily="50" charset="-127"/>
        <a:ea typeface="굴림" pitchFamily="50" charset="-127"/>
        <a:cs typeface="+mn-cs"/>
      </a:defRPr>
    </a:lvl5pPr>
    <a:lvl6pPr marL="2633929" algn="l" defTabSz="1053572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160715" algn="l" defTabSz="1053572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687501" algn="l" defTabSz="1053572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214287" algn="l" defTabSz="1053572" rtl="0" eaLnBrk="1" latinLnBrk="1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4888" y="685800"/>
            <a:ext cx="4848225" cy="3429000"/>
          </a:xfrm>
          <a:ln/>
        </p:spPr>
      </p:sp>
      <p:sp>
        <p:nvSpPr>
          <p:cNvPr id="19459" name="슬라이드 노트 개체 틀 2"/>
          <p:cNvSpPr txBox="1"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4888" y="685800"/>
            <a:ext cx="4848225" cy="3429000"/>
          </a:xfrm>
          <a:ln/>
        </p:spPr>
      </p:sp>
      <p:sp>
        <p:nvSpPr>
          <p:cNvPr id="20483" name="슬라이드 노트 개체 틀 2"/>
          <p:cNvSpPr txBox="1"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004888" y="685800"/>
            <a:ext cx="4848225" cy="3429000"/>
          </a:xfrm>
          <a:ln/>
        </p:spPr>
      </p:sp>
      <p:sp>
        <p:nvSpPr>
          <p:cNvPr id="20483" name="슬라이드 노트 개체 틀 2"/>
          <p:cNvSpPr txBox="1"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전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4118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DW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3162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848542" y="2485498"/>
            <a:ext cx="9618617" cy="1715029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105357" tIns="52679" rIns="105357" bIns="52679" numCol="1" anchor="ctr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697083" y="4533900"/>
            <a:ext cx="7921534" cy="20447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565785" y="7286096"/>
            <a:ext cx="2640330" cy="55562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105357" tIns="52679" rIns="105357" bIns="52679" numCol="1" anchor="t" anchorCtr="0" compatLnSpc="1">
            <a:prstTxWarp prst="textNoShape">
              <a:avLst/>
            </a:prstTxWarp>
          </a:bodyPr>
          <a:lstStyle>
            <a:lvl1pPr algn="l">
              <a:defRPr sz="16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866198" y="7286096"/>
            <a:ext cx="3583305" cy="555625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105357" tIns="52679" rIns="105357" bIns="52679" numCol="1" anchor="t" anchorCtr="0" compatLnSpc="1">
            <a:prstTxWarp prst="textNoShape">
              <a:avLst/>
            </a:prstTxWarp>
          </a:bodyPr>
          <a:lstStyle>
            <a:lvl1pPr>
              <a:defRPr sz="16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109585" y="7286096"/>
            <a:ext cx="2640330" cy="555625"/>
          </a:xfrm>
          <a:prstGeom prst="rect">
            <a:avLst/>
          </a:prstGeom>
        </p:spPr>
        <p:txBody>
          <a:bodyPr lIns="105357" tIns="52679" rIns="105357" bIns="52679" anchor="t"/>
          <a:lstStyle>
            <a:lvl1pPr algn="r">
              <a:defRPr sz="16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45702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/>
          </p:nvPr>
        </p:nvSpPr>
        <p:spPr>
          <a:xfrm>
            <a:off x="565695" y="320413"/>
            <a:ext cx="10184312" cy="68267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3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5233512" y="7663921"/>
            <a:ext cx="839611" cy="251883"/>
          </a:xfrm>
          <a:prstGeom prst="rect">
            <a:avLst/>
          </a:prstGeom>
        </p:spPr>
        <p:txBody>
          <a:bodyPr lIns="105357" tIns="52679" rIns="105357" bIns="52679"/>
          <a:lstStyle>
            <a:lvl1pPr>
              <a:defRPr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95AF3D5F-AFF6-4241-B84B-A5553342A8A0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23967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전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6131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전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4138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전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3158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 txBox="1">
            <a:spLocks/>
          </p:cNvSpPr>
          <p:nvPr/>
        </p:nvSpPr>
        <p:spPr>
          <a:xfrm>
            <a:off x="4447117" y="7720821"/>
            <a:ext cx="2421466" cy="245482"/>
          </a:xfrm>
          <a:prstGeom prst="rect">
            <a:avLst/>
          </a:prstGeom>
        </p:spPr>
        <p:txBody>
          <a:bodyPr vert="horz" lIns="105357" tIns="52679" rIns="105357" bIns="52679" rtlCol="0" anchor="ctr"/>
          <a:lstStyle>
            <a:lvl1pPr algn="ctr">
              <a:defRPr sz="900"/>
            </a:lvl1pPr>
          </a:lstStyle>
          <a:p>
            <a:pPr>
              <a:defRPr/>
            </a:pPr>
            <a:fld id="{007DADFC-95A4-42ED-8F68-FF5CA5ECCF0C}" type="slidenum">
              <a:rPr lang="ko-KR" altLang="en-US" sz="1200" b="1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>
                <a:defRPr/>
              </a:pPr>
              <a:t>‹#›</a:t>
            </a:fld>
            <a:endParaRPr lang="ko-KR" altLang="en-US" sz="1200" b="1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797" y="7712382"/>
            <a:ext cx="4814025" cy="291053"/>
          </a:xfrm>
          <a:prstGeom prst="rect">
            <a:avLst/>
          </a:prstGeom>
          <a:noFill/>
        </p:spPr>
        <p:txBody>
          <a:bodyPr wrap="square" lIns="105357" tIns="52679" rIns="105357" bIns="52679">
            <a:spAutoFit/>
          </a:bodyPr>
          <a:lstStyle/>
          <a:p>
            <a:pPr algn="l" latinLnBrk="0">
              <a:spcBef>
                <a:spcPct val="0"/>
              </a:spcBef>
              <a:buFontTx/>
              <a:buNone/>
            </a:pPr>
            <a:r>
              <a:rPr kumimoji="0" lang="en-US" altLang="ko-KR" sz="1200" dirty="0">
                <a:latin typeface="맑은 고딕" pitchFamily="50" charset="-127"/>
                <a:ea typeface="맑은 고딕" pitchFamily="50" charset="-127"/>
              </a:rPr>
              <a:t>NCMS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94730" y="7696079"/>
            <a:ext cx="11144354" cy="42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5357" tIns="52679" rIns="105357" bIns="52679" rtlCol="0" anchor="ctr"/>
          <a:lstStyle/>
          <a:p>
            <a:pPr algn="ctr"/>
            <a:endParaRPr lang="ko-KR" altLang="en-US"/>
          </a:p>
        </p:txBody>
      </p:sp>
      <p:sp>
        <p:nvSpPr>
          <p:cNvPr id="7" name="Line 169"/>
          <p:cNvSpPr>
            <a:spLocks noChangeShapeType="1"/>
          </p:cNvSpPr>
          <p:nvPr/>
        </p:nvSpPr>
        <p:spPr bwMode="auto">
          <a:xfrm>
            <a:off x="3612320" y="370417"/>
            <a:ext cx="0" cy="0"/>
          </a:xfrm>
          <a:prstGeom prst="line">
            <a:avLst/>
          </a:pr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05357" tIns="52679" rIns="105357" bIns="52679" anchor="ctr"/>
          <a:lstStyle/>
          <a:p>
            <a:endParaRPr lang="ko-KR" altLang="en-US"/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2206891"/>
              </p:ext>
            </p:extLst>
          </p:nvPr>
        </p:nvGraphicFramePr>
        <p:xfrm>
          <a:off x="146745" y="178075"/>
          <a:ext cx="11016628" cy="800640"/>
        </p:xfrm>
        <a:graphic>
          <a:graphicData uri="http://schemas.openxmlformats.org/drawingml/2006/table">
            <a:tbl>
              <a:tblPr/>
              <a:tblGrid>
                <a:gridCol w="18994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1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03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1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2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7360">
                <a:tc rowSpan="3">
                  <a:txBody>
                    <a:bodyPr/>
                    <a:lstStyle/>
                    <a:p>
                      <a:pPr marL="0" marR="0" lvl="0" indent="0" algn="l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marL="82246" marR="82246" marT="42000" marB="420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UI </a:t>
                      </a: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정의서</a:t>
                      </a:r>
                      <a:endParaRPr kumimoji="1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2246" marR="82246" marT="42000" marB="42000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8850">
                <a:tc vMerge="1">
                  <a:txBody>
                    <a:bodyPr/>
                    <a:lstStyle/>
                    <a:p>
                      <a:pPr marL="0" marR="0" lvl="0" indent="0" algn="l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맑은 고딕" pitchFamily="50" charset="-127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aseline="0" dirty="0">
                          <a:latin typeface="맑은 고딕" pitchFamily="50" charset="-127"/>
                          <a:ea typeface="맑은 고딕" pitchFamily="50" charset="-127"/>
                        </a:rPr>
                        <a:t>시스템</a:t>
                      </a:r>
                    </a:p>
                  </a:txBody>
                  <a:tcPr marL="82246" marR="82246" marT="42000" marB="42000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Times New Roman" pitchFamily="18" charset="0"/>
                      </a:endParaRPr>
                    </a:p>
                  </a:txBody>
                  <a:tcPr marL="104450" marR="104450" marT="53305" marB="53305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단계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2246" marR="82246" marT="42000" marB="42000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4450" marR="104450" marT="53305" marB="53305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8850">
                <a:tc vMerge="1">
                  <a:txBody>
                    <a:bodyPr/>
                    <a:lstStyle/>
                    <a:p>
                      <a:pPr marL="0" marR="0" lvl="0" indent="0" algn="l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ea typeface="맑은 고딕" pitchFamily="50" charset="-127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folHlin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aseline="0" dirty="0">
                          <a:latin typeface="맑은 고딕" pitchFamily="50" charset="-127"/>
                          <a:ea typeface="맑은 고딕" pitchFamily="50" charset="-127"/>
                        </a:rPr>
                        <a:t>문서번호</a:t>
                      </a:r>
                    </a:p>
                  </a:txBody>
                  <a:tcPr marL="82246" marR="82246" marT="42000" marB="42000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4450" marR="104450" marT="53305" marB="53305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버전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2246" marR="82246" marT="42000" marB="42000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0331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B0F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04450" marR="104450" marT="53305" marB="53305" horzOverflow="overflow">
                    <a:lnL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2520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1" r:id="rId1"/>
    <p:sldLayoutId id="2147484487" r:id="rId2"/>
    <p:sldLayoutId id="2147484500" r:id="rId3"/>
    <p:sldLayoutId id="2147484506" r:id="rId4"/>
  </p:sldLayoutIdLst>
  <p:txStyles>
    <p:titleStyle>
      <a:lvl1pPr algn="ctr" defTabSz="1053572" rtl="0" eaLnBrk="1" latinLnBrk="1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5089" indent="-395089" algn="l" defTabSz="1053572" rtl="0" eaLnBrk="1" latinLnBrk="1" hangingPunct="1">
        <a:spcBef>
          <a:spcPct val="20000"/>
        </a:spcBef>
        <a:buFont typeface="Arial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6027" indent="-329241" algn="l" defTabSz="1053572" rtl="0" eaLnBrk="1" latinLnBrk="1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6965" indent="-263393" algn="l" defTabSz="1053572" rtl="0" eaLnBrk="1" latinLnBrk="1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3750" indent="-263393" algn="l" defTabSz="1053572" rtl="0" eaLnBrk="1" latinLnBrk="1" hangingPunct="1">
        <a:spcBef>
          <a:spcPct val="20000"/>
        </a:spcBef>
        <a:buFont typeface="Arial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70536" indent="-263393" algn="l" defTabSz="1053572" rtl="0" eaLnBrk="1" latinLnBrk="1" hangingPunct="1">
        <a:spcBef>
          <a:spcPct val="20000"/>
        </a:spcBef>
        <a:buFont typeface="Arial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7322" indent="-263393" algn="l" defTabSz="1053572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4108" indent="-263393" algn="l" defTabSz="1053572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50894" indent="-263393" algn="l" defTabSz="1053572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7680" indent="-263393" algn="l" defTabSz="1053572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53572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786" algn="l" defTabSz="1053572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3572" algn="l" defTabSz="1053572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80358" algn="l" defTabSz="1053572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7143" algn="l" defTabSz="1053572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3929" algn="l" defTabSz="1053572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60715" algn="l" defTabSz="1053572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7501" algn="l" defTabSz="1053572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14287" algn="l" defTabSz="1053572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 txBox="1">
            <a:spLocks/>
          </p:cNvSpPr>
          <p:nvPr/>
        </p:nvSpPr>
        <p:spPr>
          <a:xfrm>
            <a:off x="4447117" y="7720821"/>
            <a:ext cx="2421466" cy="245482"/>
          </a:xfrm>
          <a:prstGeom prst="rect">
            <a:avLst/>
          </a:prstGeom>
        </p:spPr>
        <p:txBody>
          <a:bodyPr vert="horz" lIns="105357" tIns="52679" rIns="105357" bIns="52679" rtlCol="0" anchor="ctr"/>
          <a:lstStyle>
            <a:lvl1pPr algn="ctr">
              <a:defRPr sz="900"/>
            </a:lvl1pPr>
          </a:lstStyle>
          <a:p>
            <a:pPr>
              <a:defRPr/>
            </a:pPr>
            <a:fld id="{007DADFC-95A4-42ED-8F68-FF5CA5ECCF0C}" type="slidenum">
              <a:rPr lang="ko-KR" altLang="en-US" sz="1200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>
                <a:defRPr/>
              </a:pPr>
              <a:t>‹#›</a:t>
            </a:fld>
            <a:endParaRPr lang="ko-KR" altLang="en-US" sz="1200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797" y="7712382"/>
            <a:ext cx="4814025" cy="291053"/>
          </a:xfrm>
          <a:prstGeom prst="rect">
            <a:avLst/>
          </a:prstGeom>
          <a:noFill/>
        </p:spPr>
        <p:txBody>
          <a:bodyPr wrap="square" lIns="105357" tIns="52679" rIns="105357" bIns="52679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dirty="0">
                <a:latin typeface="맑은 고딕" pitchFamily="50" charset="-127"/>
                <a:ea typeface="맑은 고딕" pitchFamily="50" charset="-127"/>
              </a:rPr>
              <a:t>NCMS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94730" y="7696079"/>
            <a:ext cx="11144354" cy="42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5357" tIns="52679" rIns="105357" bIns="52679" rtlCol="0" anchor="ctr"/>
          <a:lstStyle/>
          <a:p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Line 169"/>
          <p:cNvSpPr>
            <a:spLocks noChangeShapeType="1"/>
          </p:cNvSpPr>
          <p:nvPr/>
        </p:nvSpPr>
        <p:spPr bwMode="auto">
          <a:xfrm>
            <a:off x="3612320" y="370417"/>
            <a:ext cx="0" cy="0"/>
          </a:xfrm>
          <a:prstGeom prst="line">
            <a:avLst/>
          </a:pr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05357" tIns="52679" rIns="105357" bIns="52679" anchor="ctr"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8925902"/>
              </p:ext>
            </p:extLst>
          </p:nvPr>
        </p:nvGraphicFramePr>
        <p:xfrm>
          <a:off x="105618" y="61633"/>
          <a:ext cx="11104465" cy="7593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2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257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02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메뉴명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2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화면명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화면유형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2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작성일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2387"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3" name="직선 연결선 12"/>
          <p:cNvCxnSpPr/>
          <p:nvPr/>
        </p:nvCxnSpPr>
        <p:spPr bwMode="auto">
          <a:xfrm>
            <a:off x="8681929" y="743916"/>
            <a:ext cx="0" cy="688800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" name="TextBox 1"/>
          <p:cNvSpPr txBox="1"/>
          <p:nvPr/>
        </p:nvSpPr>
        <p:spPr>
          <a:xfrm>
            <a:off x="8688116" y="755028"/>
            <a:ext cx="2516732" cy="251351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wrap="square" lIns="105357" tIns="52679" rIns="105357" bIns="52679" rtlCol="0">
            <a:spAutoFit/>
          </a:bodyPr>
          <a:lstStyle/>
          <a:p>
            <a:pPr defTabSz="1053572">
              <a:defRPr/>
            </a:pPr>
            <a:r>
              <a:rPr lang="en-US" altLang="ko-KR" sz="900" dirty="0">
                <a:solidFill>
                  <a:prstClr val="black"/>
                </a:solidFill>
                <a:latin typeface="맑은 고딕"/>
                <a:ea typeface="맑은 고딕"/>
              </a:rPr>
              <a:t>Description</a:t>
            </a:r>
            <a:endParaRPr lang="ko-KR" altLang="en-US" sz="900" dirty="0">
              <a:solidFill>
                <a:prstClr val="black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469104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90" r:id="rId1"/>
  </p:sldLayoutIdLst>
  <p:txStyles>
    <p:titleStyle>
      <a:lvl1pPr algn="ctr" defTabSz="1053572" rtl="0" eaLnBrk="1" latinLnBrk="1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5089" indent="-395089" algn="l" defTabSz="1053572" rtl="0" eaLnBrk="1" latinLnBrk="1" hangingPunct="1">
        <a:spcBef>
          <a:spcPct val="20000"/>
        </a:spcBef>
        <a:buFont typeface="Arial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6027" indent="-329241" algn="l" defTabSz="1053572" rtl="0" eaLnBrk="1" latinLnBrk="1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6965" indent="-263393" algn="l" defTabSz="1053572" rtl="0" eaLnBrk="1" latinLnBrk="1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3750" indent="-263393" algn="l" defTabSz="1053572" rtl="0" eaLnBrk="1" latinLnBrk="1" hangingPunct="1">
        <a:spcBef>
          <a:spcPct val="20000"/>
        </a:spcBef>
        <a:buFont typeface="Arial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70536" indent="-263393" algn="l" defTabSz="1053572" rtl="0" eaLnBrk="1" latinLnBrk="1" hangingPunct="1">
        <a:spcBef>
          <a:spcPct val="20000"/>
        </a:spcBef>
        <a:buFont typeface="Arial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7322" indent="-263393" algn="l" defTabSz="1053572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4108" indent="-263393" algn="l" defTabSz="1053572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50894" indent="-263393" algn="l" defTabSz="1053572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7680" indent="-263393" algn="l" defTabSz="1053572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53572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786" algn="l" defTabSz="1053572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3572" algn="l" defTabSz="1053572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80358" algn="l" defTabSz="1053572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7143" algn="l" defTabSz="1053572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3929" algn="l" defTabSz="1053572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60715" algn="l" defTabSz="1053572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7501" algn="l" defTabSz="1053572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14287" algn="l" defTabSz="1053572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 txBox="1">
            <a:spLocks/>
          </p:cNvSpPr>
          <p:nvPr/>
        </p:nvSpPr>
        <p:spPr>
          <a:xfrm>
            <a:off x="4447117" y="7720821"/>
            <a:ext cx="2421466" cy="245482"/>
          </a:xfrm>
          <a:prstGeom prst="rect">
            <a:avLst/>
          </a:prstGeom>
        </p:spPr>
        <p:txBody>
          <a:bodyPr vert="horz" lIns="105357" tIns="52679" rIns="105357" bIns="52679" rtlCol="0" anchor="ctr"/>
          <a:lstStyle>
            <a:lvl1pPr algn="ctr">
              <a:defRPr sz="900"/>
            </a:lvl1pPr>
          </a:lstStyle>
          <a:p>
            <a:pPr>
              <a:defRPr/>
            </a:pPr>
            <a:fld id="{007DADFC-95A4-42ED-8F68-FF5CA5ECCF0C}" type="slidenum">
              <a:rPr lang="ko-KR" altLang="en-US" sz="1200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>
                <a:defRPr/>
              </a:pPr>
              <a:t>‹#›</a:t>
            </a:fld>
            <a:endParaRPr lang="ko-KR" altLang="en-US" sz="1200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797" y="7712382"/>
            <a:ext cx="4814025" cy="291053"/>
          </a:xfrm>
          <a:prstGeom prst="rect">
            <a:avLst/>
          </a:prstGeom>
          <a:noFill/>
        </p:spPr>
        <p:txBody>
          <a:bodyPr wrap="square" lIns="105357" tIns="52679" rIns="105357" bIns="52679">
            <a:spAutoFit/>
          </a:bodyPr>
          <a:lstStyle/>
          <a:p>
            <a:pPr algn="l" latinLnBrk="0">
              <a:spcBef>
                <a:spcPct val="0"/>
              </a:spcBef>
              <a:buFontTx/>
              <a:buNone/>
            </a:pPr>
            <a:r>
              <a:rPr kumimoji="0" lang="en-US" altLang="ko-KR" sz="1200" dirty="0">
                <a:latin typeface="맑은 고딕" pitchFamily="50" charset="-127"/>
                <a:ea typeface="맑은 고딕" pitchFamily="50" charset="-127"/>
              </a:rPr>
              <a:t>NCMS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94730" y="7696079"/>
            <a:ext cx="11144354" cy="42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5357" tIns="52679" rIns="105357" bIns="52679" rtlCol="0" anchor="ctr"/>
          <a:lstStyle/>
          <a:p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Line 169"/>
          <p:cNvSpPr>
            <a:spLocks noChangeShapeType="1"/>
          </p:cNvSpPr>
          <p:nvPr/>
        </p:nvSpPr>
        <p:spPr bwMode="auto">
          <a:xfrm>
            <a:off x="3612320" y="370417"/>
            <a:ext cx="0" cy="0"/>
          </a:xfrm>
          <a:prstGeom prst="line">
            <a:avLst/>
          </a:pr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05357" tIns="52679" rIns="105357" bIns="52679" anchor="ctr"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105618" y="61633"/>
          <a:ext cx="11104465" cy="7593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2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257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02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메뉴명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2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화면명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화면유형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2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작성일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2387"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123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03" r:id="rId1"/>
  </p:sldLayoutIdLst>
  <p:txStyles>
    <p:titleStyle>
      <a:lvl1pPr algn="ctr" defTabSz="1053572" rtl="0" eaLnBrk="1" latinLnBrk="1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5089" indent="-395089" algn="l" defTabSz="1053572" rtl="0" eaLnBrk="1" latinLnBrk="1" hangingPunct="1">
        <a:spcBef>
          <a:spcPct val="20000"/>
        </a:spcBef>
        <a:buFont typeface="Arial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6027" indent="-329241" algn="l" defTabSz="1053572" rtl="0" eaLnBrk="1" latinLnBrk="1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6965" indent="-263393" algn="l" defTabSz="1053572" rtl="0" eaLnBrk="1" latinLnBrk="1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3750" indent="-263393" algn="l" defTabSz="1053572" rtl="0" eaLnBrk="1" latinLnBrk="1" hangingPunct="1">
        <a:spcBef>
          <a:spcPct val="20000"/>
        </a:spcBef>
        <a:buFont typeface="Arial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70536" indent="-263393" algn="l" defTabSz="1053572" rtl="0" eaLnBrk="1" latinLnBrk="1" hangingPunct="1">
        <a:spcBef>
          <a:spcPct val="20000"/>
        </a:spcBef>
        <a:buFont typeface="Arial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7322" indent="-263393" algn="l" defTabSz="1053572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4108" indent="-263393" algn="l" defTabSz="1053572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50894" indent="-263393" algn="l" defTabSz="1053572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7680" indent="-263393" algn="l" defTabSz="1053572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53572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786" algn="l" defTabSz="1053572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3572" algn="l" defTabSz="1053572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80358" algn="l" defTabSz="1053572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7143" algn="l" defTabSz="1053572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3929" algn="l" defTabSz="1053572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60715" algn="l" defTabSz="1053572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7501" algn="l" defTabSz="1053572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14287" algn="l" defTabSz="1053572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슬라이드 번호 개체 틀 5"/>
          <p:cNvSpPr txBox="1">
            <a:spLocks/>
          </p:cNvSpPr>
          <p:nvPr/>
        </p:nvSpPr>
        <p:spPr>
          <a:xfrm>
            <a:off x="4447117" y="7720821"/>
            <a:ext cx="2421466" cy="245482"/>
          </a:xfrm>
          <a:prstGeom prst="rect">
            <a:avLst/>
          </a:prstGeom>
        </p:spPr>
        <p:txBody>
          <a:bodyPr vert="horz" lIns="105357" tIns="52679" rIns="105357" bIns="52679" rtlCol="0" anchor="ctr"/>
          <a:lstStyle>
            <a:lvl1pPr algn="ctr">
              <a:defRPr sz="900"/>
            </a:lvl1pPr>
          </a:lstStyle>
          <a:p>
            <a:pPr>
              <a:defRPr/>
            </a:pPr>
            <a:fld id="{007DADFC-95A4-42ED-8F68-FF5CA5ECCF0C}" type="slidenum">
              <a:rPr lang="ko-KR" altLang="en-US" sz="1200" smtClean="0">
                <a:solidFill>
                  <a:prstClr val="black">
                    <a:lumMod val="65000"/>
                    <a:lumOff val="35000"/>
                  </a:prstClr>
                </a:solidFill>
              </a:rPr>
              <a:pPr>
                <a:defRPr/>
              </a:pPr>
              <a:t>‹#›</a:t>
            </a:fld>
            <a:endParaRPr lang="ko-KR" altLang="en-US" sz="1200" dirty="0">
              <a:solidFill>
                <a:prstClr val="black">
                  <a:lumMod val="65000"/>
                  <a:lumOff val="35000"/>
                </a:prst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797" y="7712382"/>
            <a:ext cx="4814025" cy="291053"/>
          </a:xfrm>
          <a:prstGeom prst="rect">
            <a:avLst/>
          </a:prstGeom>
          <a:noFill/>
        </p:spPr>
        <p:txBody>
          <a:bodyPr wrap="square" lIns="105357" tIns="52679" rIns="105357" bIns="52679">
            <a:spAutoFit/>
          </a:bodyPr>
          <a:lstStyle/>
          <a:p>
            <a:pPr algn="l" latinLnBrk="0">
              <a:spcBef>
                <a:spcPct val="0"/>
              </a:spcBef>
              <a:buFontTx/>
              <a:buNone/>
            </a:pPr>
            <a:r>
              <a:rPr kumimoji="0" lang="en-US" altLang="ko-KR" sz="1200" dirty="0">
                <a:latin typeface="맑은 고딕" pitchFamily="50" charset="-127"/>
                <a:ea typeface="맑은 고딕" pitchFamily="50" charset="-127"/>
              </a:rPr>
              <a:t>SK E&amp;C </a:t>
            </a:r>
            <a:r>
              <a:rPr kumimoji="0" lang="ko-KR" altLang="en-US" sz="1200" dirty="0">
                <a:latin typeface="맑은 고딕" pitchFamily="50" charset="-127"/>
                <a:ea typeface="맑은 고딕" pitchFamily="50" charset="-127"/>
              </a:rPr>
              <a:t>물량산출시스템</a:t>
            </a:r>
            <a:r>
              <a:rPr kumimoji="0" lang="en-US" altLang="ko-KR" sz="12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1200" dirty="0">
                <a:latin typeface="맑은 고딕" pitchFamily="50" charset="-127"/>
                <a:ea typeface="맑은 고딕" pitchFamily="50" charset="-127"/>
              </a:rPr>
              <a:t>구축</a:t>
            </a:r>
            <a:endParaRPr kumimoji="0" lang="en-US" altLang="ko-KR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94730" y="7696079"/>
            <a:ext cx="11144354" cy="42000"/>
          </a:xfrm>
          <a:prstGeom prst="rect">
            <a:avLst/>
          </a:prstGeom>
          <a:solidFill>
            <a:srgbClr val="FF7A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5357" tIns="52679" rIns="105357" bIns="52679" rtlCol="0" anchor="ctr"/>
          <a:lstStyle/>
          <a:p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7" name="Line 169"/>
          <p:cNvSpPr>
            <a:spLocks noChangeShapeType="1"/>
          </p:cNvSpPr>
          <p:nvPr/>
        </p:nvSpPr>
        <p:spPr bwMode="auto">
          <a:xfrm>
            <a:off x="3612320" y="370417"/>
            <a:ext cx="0" cy="0"/>
          </a:xfrm>
          <a:prstGeom prst="line">
            <a:avLst/>
          </a:prstGeom>
          <a:noFill/>
          <a:ln w="12700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05357" tIns="52679" rIns="105357" bIns="52679" anchor="ctr"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0" y="0"/>
            <a:ext cx="11315700" cy="8001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6238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505" r:id="rId1"/>
  </p:sldLayoutIdLst>
  <p:txStyles>
    <p:titleStyle>
      <a:lvl1pPr algn="ctr" defTabSz="1053572" rtl="0" eaLnBrk="1" latinLnBrk="1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5089" indent="-395089" algn="l" defTabSz="1053572" rtl="0" eaLnBrk="1" latinLnBrk="1" hangingPunct="1">
        <a:spcBef>
          <a:spcPct val="20000"/>
        </a:spcBef>
        <a:buFont typeface="Arial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6027" indent="-329241" algn="l" defTabSz="1053572" rtl="0" eaLnBrk="1" latinLnBrk="1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6965" indent="-263393" algn="l" defTabSz="1053572" rtl="0" eaLnBrk="1" latinLnBrk="1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3750" indent="-263393" algn="l" defTabSz="1053572" rtl="0" eaLnBrk="1" latinLnBrk="1" hangingPunct="1">
        <a:spcBef>
          <a:spcPct val="20000"/>
        </a:spcBef>
        <a:buFont typeface="Arial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70536" indent="-263393" algn="l" defTabSz="1053572" rtl="0" eaLnBrk="1" latinLnBrk="1" hangingPunct="1">
        <a:spcBef>
          <a:spcPct val="20000"/>
        </a:spcBef>
        <a:buFont typeface="Arial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7322" indent="-263393" algn="l" defTabSz="1053572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4108" indent="-263393" algn="l" defTabSz="1053572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50894" indent="-263393" algn="l" defTabSz="1053572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7680" indent="-263393" algn="l" defTabSz="1053572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53572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786" algn="l" defTabSz="1053572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3572" algn="l" defTabSz="1053572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80358" algn="l" defTabSz="1053572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7143" algn="l" defTabSz="1053572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3929" algn="l" defTabSz="1053572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60715" algn="l" defTabSz="1053572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7501" algn="l" defTabSz="1053572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14287" algn="l" defTabSz="1053572" rtl="0" eaLnBrk="1" latinLnBrk="1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7"/>
          <p:cNvSpPr txBox="1">
            <a:spLocks noChangeArrowheads="1"/>
          </p:cNvSpPr>
          <p:nvPr/>
        </p:nvSpPr>
        <p:spPr bwMode="auto">
          <a:xfrm>
            <a:off x="3101566" y="1807634"/>
            <a:ext cx="7436181" cy="16631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03698" tIns="53923" rIns="103698" bIns="53923">
            <a:spAutoFit/>
          </a:bodyPr>
          <a:lstStyle>
            <a:lvl1pPr algn="l" latinLnBrk="1">
              <a:spcBef>
                <a:spcPct val="20000"/>
              </a:spcBef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latinLnBrk="1">
              <a:spcBef>
                <a:spcPct val="20000"/>
              </a:spcBef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latinLnBrk="1">
              <a:spcBef>
                <a:spcPct val="20000"/>
              </a:spcBef>
              <a:buChar char="•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latinLnBrk="1">
              <a:spcBef>
                <a:spcPct val="20000"/>
              </a:spcBef>
              <a:buChar char="–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latinLnBrk="1">
              <a:spcBef>
                <a:spcPct val="20000"/>
              </a:spcBef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r" latinLnBrk="0">
              <a:spcBef>
                <a:spcPct val="0"/>
              </a:spcBef>
              <a:buFontTx/>
              <a:buNone/>
            </a:pPr>
            <a:endParaRPr kumimoji="0" lang="en-US" altLang="ko-KR" sz="900" dirty="0">
              <a:latin typeface="맑은 고딕" pitchFamily="50" charset="-127"/>
              <a:ea typeface="맑은 고딕" pitchFamily="50" charset="-127"/>
            </a:endParaRPr>
          </a:p>
          <a:p>
            <a:pPr algn="r" latinLnBrk="0">
              <a:spcBef>
                <a:spcPct val="0"/>
              </a:spcBef>
              <a:buFontTx/>
              <a:buNone/>
            </a:pPr>
            <a:r>
              <a:rPr kumimoji="0" lang="en-US" altLang="ko-KR" sz="2800" dirty="0">
                <a:latin typeface="맑은 고딕" pitchFamily="50" charset="-127"/>
                <a:ea typeface="맑은 고딕" pitchFamily="50" charset="-127"/>
              </a:rPr>
              <a:t>UI </a:t>
            </a:r>
            <a:r>
              <a:rPr kumimoji="0" lang="ko-KR" altLang="en-US" sz="2800" dirty="0">
                <a:latin typeface="맑은 고딕" pitchFamily="50" charset="-127"/>
                <a:ea typeface="맑은 고딕" pitchFamily="50" charset="-127"/>
              </a:rPr>
              <a:t>레이아웃</a:t>
            </a:r>
            <a:r>
              <a:rPr kumimoji="0" lang="en-US" altLang="ko-KR" sz="2800" dirty="0">
                <a:latin typeface="맑은 고딕" pitchFamily="50" charset="-127"/>
                <a:ea typeface="맑은 고딕" pitchFamily="50" charset="-127"/>
              </a:rPr>
              <a:t>(BPM-42940)</a:t>
            </a:r>
          </a:p>
          <a:p>
            <a:pPr algn="r" latinLnBrk="0">
              <a:spcBef>
                <a:spcPct val="0"/>
              </a:spcBef>
              <a:buFontTx/>
              <a:buNone/>
            </a:pPr>
            <a:r>
              <a:rPr kumimoji="0" lang="en-US" altLang="ko-KR" sz="2000" dirty="0">
                <a:latin typeface="맑은 고딕" pitchFamily="50" charset="-127"/>
                <a:ea typeface="맑은 고딕" pitchFamily="50" charset="-127"/>
              </a:rPr>
              <a:t>[</a:t>
            </a:r>
            <a:r>
              <a:rPr kumimoji="0" lang="ko-KR" altLang="en-US" sz="2000" dirty="0">
                <a:latin typeface="맑은 고딕" pitchFamily="50" charset="-127"/>
                <a:ea typeface="맑은 고딕" pitchFamily="50" charset="-127"/>
              </a:rPr>
              <a:t>신규 상품</a:t>
            </a:r>
            <a:r>
              <a:rPr kumimoji="0" lang="en-US" altLang="ko-KR" sz="2000" dirty="0">
                <a:latin typeface="맑은 고딕" pitchFamily="50" charset="-127"/>
                <a:ea typeface="맑은 고딕" pitchFamily="50" charset="-127"/>
              </a:rPr>
              <a:t>] </a:t>
            </a:r>
            <a:r>
              <a:rPr kumimoji="0" lang="ko-KR" altLang="en-US" sz="2000" dirty="0">
                <a:latin typeface="맑은 고딕" pitchFamily="50" charset="-127"/>
                <a:ea typeface="맑은 고딕" pitchFamily="50" charset="-127"/>
              </a:rPr>
              <a:t>초저가 극장 멤버십 </a:t>
            </a:r>
            <a:r>
              <a:rPr kumimoji="0" lang="en-US" altLang="ko-KR" sz="2000" dirty="0">
                <a:latin typeface="맑은 고딕" pitchFamily="50" charset="-127"/>
                <a:ea typeface="맑은 고딕" pitchFamily="50" charset="-127"/>
              </a:rPr>
              <a:t>'</a:t>
            </a:r>
            <a:r>
              <a:rPr kumimoji="0" lang="ko-KR" altLang="en-US" sz="2000" dirty="0" err="1">
                <a:latin typeface="맑은 고딕" pitchFamily="50" charset="-127"/>
                <a:ea typeface="맑은 고딕" pitchFamily="50" charset="-127"/>
              </a:rPr>
              <a:t>시네패스</a:t>
            </a:r>
            <a:r>
              <a:rPr kumimoji="0" lang="en-US" altLang="ko-KR" sz="2000" dirty="0">
                <a:latin typeface="맑은 고딕" pitchFamily="50" charset="-127"/>
                <a:ea typeface="맑은 고딕" pitchFamily="50" charset="-127"/>
              </a:rPr>
              <a:t>' </a:t>
            </a:r>
            <a:r>
              <a:rPr kumimoji="0" lang="ko-KR" altLang="en-US" sz="2000" dirty="0">
                <a:latin typeface="맑은 고딕" pitchFamily="50" charset="-127"/>
                <a:ea typeface="맑은 고딕" pitchFamily="50" charset="-127"/>
              </a:rPr>
              <a:t>출시 </a:t>
            </a:r>
            <a:r>
              <a:rPr kumimoji="0" lang="en-US" altLang="ko-KR" sz="2000" dirty="0">
                <a:latin typeface="맑은 고딕" pitchFamily="50" charset="-127"/>
                <a:ea typeface="맑은 고딕" pitchFamily="50" charset="-127"/>
              </a:rPr>
              <a:t>– NCMS</a:t>
            </a:r>
          </a:p>
          <a:p>
            <a:pPr algn="r" latinLnBrk="0">
              <a:spcBef>
                <a:spcPct val="0"/>
              </a:spcBef>
              <a:buFontTx/>
              <a:buNone/>
            </a:pPr>
            <a:endParaRPr kumimoji="0" lang="ko-KR" altLang="en-US" sz="2100" dirty="0">
              <a:latin typeface="맑은 고딕" pitchFamily="50" charset="-127"/>
              <a:ea typeface="맑은 고딕" pitchFamily="50" charset="-127"/>
            </a:endParaRPr>
          </a:p>
          <a:p>
            <a:pPr algn="r" latinLnBrk="0">
              <a:spcBef>
                <a:spcPct val="0"/>
              </a:spcBef>
              <a:buFontTx/>
              <a:buNone/>
            </a:pPr>
            <a:r>
              <a:rPr kumimoji="0" lang="en-US" altLang="ko-KR" sz="2300" dirty="0">
                <a:latin typeface="맑은 고딕" pitchFamily="50" charset="-127"/>
                <a:ea typeface="맑은 고딕" pitchFamily="50" charset="-127"/>
              </a:rPr>
              <a:t>Version 1.0 </a:t>
            </a:r>
          </a:p>
        </p:txBody>
      </p:sp>
      <p:sp>
        <p:nvSpPr>
          <p:cNvPr id="14339" name="Line 19"/>
          <p:cNvSpPr>
            <a:spLocks noChangeShapeType="1"/>
          </p:cNvSpPr>
          <p:nvPr/>
        </p:nvSpPr>
        <p:spPr bwMode="auto">
          <a:xfrm>
            <a:off x="4464624" y="3665274"/>
            <a:ext cx="5964317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105357" tIns="52679" rIns="105357" bIns="52679" anchor="ctr"/>
          <a:lstStyle/>
          <a:p>
            <a:endParaRPr lang="ko-KR" altLang="en-US"/>
          </a:p>
        </p:txBody>
      </p:sp>
      <p:pic>
        <p:nvPicPr>
          <p:cNvPr id="14341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85989" y="6597121"/>
            <a:ext cx="1642953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8"/>
          <p:cNvSpPr txBox="1">
            <a:spLocks noChangeArrowheads="1"/>
          </p:cNvSpPr>
          <p:nvPr/>
        </p:nvSpPr>
        <p:spPr bwMode="auto">
          <a:xfrm>
            <a:off x="558532" y="1289051"/>
            <a:ext cx="10198637" cy="359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5357" tIns="52679" rIns="105357" bIns="52679">
            <a:spAutoFit/>
          </a:bodyPr>
          <a:lstStyle>
            <a:lvl1pPr algn="l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latinLnBrk="0">
              <a:spcBef>
                <a:spcPct val="0"/>
              </a:spcBef>
              <a:buFontTx/>
              <a:buNone/>
            </a:pPr>
            <a:r>
              <a:rPr kumimoji="0" lang="ko-KR" altLang="ko-KR" sz="1600">
                <a:latin typeface="맑은 고딕" pitchFamily="50" charset="-127"/>
                <a:ea typeface="맑은 고딕" pitchFamily="50" charset="-127"/>
              </a:rPr>
              <a:t>승</a:t>
            </a:r>
            <a:r>
              <a:rPr kumimoji="0" lang="en-US" altLang="ko-KR" sz="1600">
                <a:latin typeface="맑은 고딕" pitchFamily="50" charset="-127"/>
                <a:ea typeface="맑은 고딕" pitchFamily="50" charset="-127"/>
              </a:rPr>
              <a:t>   </a:t>
            </a:r>
            <a:r>
              <a:rPr kumimoji="0" lang="ko-KR" altLang="ko-KR" sz="1600">
                <a:latin typeface="맑은 고딕" pitchFamily="50" charset="-127"/>
                <a:ea typeface="맑은 고딕" pitchFamily="50" charset="-127"/>
              </a:rPr>
              <a:t>인</a:t>
            </a:r>
            <a:endParaRPr kumimoji="0" lang="ko-KR" altLang="en-US" sz="16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363" name="Text Box 68"/>
          <p:cNvSpPr txBox="1">
            <a:spLocks noChangeArrowheads="1"/>
          </p:cNvSpPr>
          <p:nvPr/>
        </p:nvSpPr>
        <p:spPr bwMode="auto">
          <a:xfrm>
            <a:off x="516824" y="5050632"/>
            <a:ext cx="10240345" cy="3574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5357" tIns="52679" rIns="105357" bIns="52679">
            <a:spAutoFit/>
          </a:bodyPr>
          <a:lstStyle>
            <a:lvl1pPr algn="l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latinLnBrk="0">
              <a:spcBef>
                <a:spcPct val="0"/>
              </a:spcBef>
              <a:buFontTx/>
              <a:buNone/>
            </a:pPr>
            <a:r>
              <a:rPr kumimoji="0" lang="ko-KR" altLang="en-US" sz="16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제.개정 이력</a:t>
            </a:r>
          </a:p>
        </p:txBody>
      </p:sp>
      <p:graphicFrame>
        <p:nvGraphicFramePr>
          <p:cNvPr id="100" name="Group 8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534302"/>
              </p:ext>
            </p:extLst>
          </p:nvPr>
        </p:nvGraphicFramePr>
        <p:xfrm>
          <a:off x="516824" y="5491428"/>
          <a:ext cx="10240345" cy="640204"/>
        </p:xfrm>
        <a:graphic>
          <a:graphicData uri="http://schemas.openxmlformats.org/drawingml/2006/table">
            <a:tbl>
              <a:tblPr/>
              <a:tblGrid>
                <a:gridCol w="1346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8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63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24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1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버전</a:t>
                      </a:r>
                    </a:p>
                  </a:txBody>
                  <a:tcPr marL="104430" marR="104430" marT="53351" marB="533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변경일자</a:t>
                      </a:r>
                    </a:p>
                  </a:txBody>
                  <a:tcPr marL="104430" marR="104430" marT="53351" marB="533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</a:t>
                      </a:r>
                      <a:r>
                        <a:rPr kumimoji="1" lang="en-US" altLang="ko-KR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r>
                        <a:rPr kumimoji="1" lang="ko-KR" altLang="en-US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개정  내역</a:t>
                      </a:r>
                      <a:endParaRPr kumimoji="1" lang="en-US" altLang="ko-KR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04430" marR="104430" marT="53351" marB="533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작성자</a:t>
                      </a:r>
                    </a:p>
                  </a:txBody>
                  <a:tcPr marL="104430" marR="104430" marT="53351" marB="533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1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1.0</a:t>
                      </a: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4430" marR="104430" marT="53351" marB="533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2025-03-05</a:t>
                      </a: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4430" marR="104430" marT="53351" marB="533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최초 등록</a:t>
                      </a: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4430" marR="104430" marT="53351" marB="533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정호원</a:t>
                      </a:r>
                      <a:endParaRPr kumimoji="1" lang="ko-KR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4430" marR="104430" marT="53351" marB="5335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1" name="표 10"/>
          <p:cNvGraphicFramePr>
            <a:graphicFrameLocks noGrp="1"/>
          </p:cNvGraphicFramePr>
          <p:nvPr/>
        </p:nvGraphicFramePr>
        <p:xfrm>
          <a:off x="500502" y="2109524"/>
          <a:ext cx="10240345" cy="1076061"/>
        </p:xfrm>
        <a:graphic>
          <a:graphicData uri="http://schemas.openxmlformats.org/drawingml/2006/table">
            <a:tbl>
              <a:tblPr/>
              <a:tblGrid>
                <a:gridCol w="27632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0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0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56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8440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ko-KR" sz="1400" b="1" kern="100" dirty="0">
                          <a:latin typeface="Times New Roman"/>
                          <a:ea typeface="맑은 고딕"/>
                          <a:cs typeface="Times New Roman"/>
                        </a:rPr>
                        <a:t>구분</a:t>
                      </a:r>
                      <a:endParaRPr lang="ko-KR" sz="1300" kern="100" dirty="0"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78336" marR="783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ko-KR" sz="1400" b="1" kern="100" dirty="0">
                          <a:latin typeface="Times New Roman"/>
                          <a:ea typeface="맑은 고딕"/>
                          <a:cs typeface="Times New Roman"/>
                        </a:rPr>
                        <a:t>성명</a:t>
                      </a:r>
                      <a:endParaRPr lang="ko-KR" sz="1300" kern="100" dirty="0"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78336" marR="783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ko-KR" sz="1400" b="1" kern="100" dirty="0">
                          <a:latin typeface="Times New Roman"/>
                          <a:ea typeface="맑은 고딕"/>
                          <a:cs typeface="Times New Roman"/>
                        </a:rPr>
                        <a:t>일자</a:t>
                      </a:r>
                      <a:endParaRPr lang="ko-KR" sz="1300" kern="100" dirty="0"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78336" marR="783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ko-KR" sz="1400" b="1" kern="100">
                          <a:latin typeface="Times New Roman"/>
                          <a:ea typeface="맑은 고딕"/>
                          <a:cs typeface="Times New Roman"/>
                        </a:rPr>
                        <a:t>서명</a:t>
                      </a:r>
                      <a:endParaRPr lang="ko-KR" sz="1300" kern="100"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78336" marR="783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181">
                <a:tc>
                  <a:txBody>
                    <a:bodyPr/>
                    <a:lstStyle/>
                    <a:p>
                      <a:pPr algn="ctr" hangingPunct="0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ko-KR" sz="1400" b="1" kern="100" dirty="0">
                          <a:latin typeface="Times New Roman"/>
                          <a:ea typeface="맑은 고딕"/>
                          <a:cs typeface="Times New Roman"/>
                        </a:rPr>
                        <a:t>승인자</a:t>
                      </a:r>
                      <a:endParaRPr lang="ko-KR" sz="1300" kern="100" dirty="0"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78336" marR="783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endParaRPr lang="ko-KR" sz="1300" kern="100"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78336" marR="783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endParaRPr lang="ko-KR" sz="1300" kern="100" dirty="0"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78336" marR="783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endParaRPr lang="ko-KR" sz="1300" kern="100" dirty="0"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78336" marR="783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40">
                <a:tc>
                  <a:txBody>
                    <a:bodyPr/>
                    <a:lstStyle/>
                    <a:p>
                      <a:pPr algn="ctr" hangingPunct="0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ko-KR" sz="1400" b="1" kern="100" dirty="0">
                          <a:latin typeface="Times New Roman"/>
                          <a:ea typeface="맑은 고딕"/>
                          <a:cs typeface="Times New Roman"/>
                        </a:rPr>
                        <a:t>검토자</a:t>
                      </a:r>
                      <a:endParaRPr lang="ko-KR" sz="1300" kern="100" dirty="0"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78336" marR="783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endParaRPr lang="ko-KR" sz="1300" kern="100"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78336" marR="783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endParaRPr lang="ko-KR" sz="1300" kern="100"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78336" marR="783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endParaRPr lang="ko-KR" sz="1300" kern="100" dirty="0"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78336" marR="783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423" name="Text Box 28"/>
          <p:cNvSpPr txBox="1">
            <a:spLocks noChangeArrowheads="1"/>
          </p:cNvSpPr>
          <p:nvPr/>
        </p:nvSpPr>
        <p:spPr bwMode="auto">
          <a:xfrm>
            <a:off x="516824" y="1774296"/>
            <a:ext cx="1410836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5357" tIns="52679" rIns="105357" bIns="52679">
            <a:spAutoFit/>
          </a:bodyPr>
          <a:lstStyle>
            <a:lvl1pPr algn="l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kumimoji="0" lang="ko-KR" altLang="en-US" sz="14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고객사</a:t>
            </a:r>
          </a:p>
        </p:txBody>
      </p:sp>
      <p:sp>
        <p:nvSpPr>
          <p:cNvPr id="15424" name="Text Box 28"/>
          <p:cNvSpPr txBox="1">
            <a:spLocks noChangeArrowheads="1"/>
          </p:cNvSpPr>
          <p:nvPr/>
        </p:nvSpPr>
        <p:spPr bwMode="auto">
          <a:xfrm>
            <a:off x="516824" y="3298561"/>
            <a:ext cx="1410836" cy="3241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5357" tIns="52679" rIns="105357" bIns="52679">
            <a:spAutoFit/>
          </a:bodyPr>
          <a:lstStyle>
            <a:lvl1pPr algn="l"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algn="l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algn="l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algn="l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algn="l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latinLnBrk="0">
              <a:spcBef>
                <a:spcPct val="0"/>
              </a:spcBef>
              <a:buFontTx/>
              <a:buNone/>
            </a:pPr>
            <a:r>
              <a:rPr kumimoji="0" lang="en-US" altLang="ko-KR" sz="14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SK(</a:t>
            </a:r>
            <a:r>
              <a:rPr kumimoji="0" lang="ko-KR" altLang="en-US" sz="14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주</a:t>
            </a:r>
            <a:r>
              <a:rPr kumimoji="0" lang="en-US" altLang="ko-KR" sz="14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) C&amp;C</a:t>
            </a:r>
            <a:endParaRPr kumimoji="0" lang="ko-KR" altLang="en-US" sz="14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516824" y="3622676"/>
          <a:ext cx="10240343" cy="1076061"/>
        </p:xfrm>
        <a:graphic>
          <a:graphicData uri="http://schemas.openxmlformats.org/drawingml/2006/table">
            <a:tbl>
              <a:tblPr/>
              <a:tblGrid>
                <a:gridCol w="2763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0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0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56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8440"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ko-KR" sz="1400" b="1" kern="100" dirty="0">
                          <a:latin typeface="Times New Roman"/>
                          <a:ea typeface="맑은 고딕"/>
                          <a:cs typeface="Times New Roman"/>
                        </a:rPr>
                        <a:t>구분</a:t>
                      </a:r>
                      <a:endParaRPr lang="ko-KR" sz="1300" kern="100" dirty="0"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78336" marR="783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ko-KR" sz="1400" b="1" kern="100" dirty="0">
                          <a:latin typeface="Times New Roman"/>
                          <a:ea typeface="맑은 고딕"/>
                          <a:cs typeface="Times New Roman"/>
                        </a:rPr>
                        <a:t>성명</a:t>
                      </a:r>
                      <a:endParaRPr lang="ko-KR" sz="1300" kern="100" dirty="0"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78336" marR="783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ko-KR" sz="1400" b="1" kern="100" dirty="0">
                          <a:latin typeface="Times New Roman"/>
                          <a:ea typeface="맑은 고딕"/>
                          <a:cs typeface="Times New Roman"/>
                        </a:rPr>
                        <a:t>일자</a:t>
                      </a:r>
                      <a:endParaRPr lang="ko-KR" sz="1300" kern="100" dirty="0"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78336" marR="783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ko-KR" sz="1400" b="1" kern="100">
                          <a:latin typeface="Times New Roman"/>
                          <a:ea typeface="맑은 고딕"/>
                          <a:cs typeface="Times New Roman"/>
                        </a:rPr>
                        <a:t>서명</a:t>
                      </a:r>
                      <a:endParaRPr lang="ko-KR" sz="1300" kern="100"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78336" marR="783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181">
                <a:tc>
                  <a:txBody>
                    <a:bodyPr/>
                    <a:lstStyle/>
                    <a:p>
                      <a:pPr algn="ctr" hangingPunct="0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ko-KR" sz="1400" b="1" kern="100">
                          <a:latin typeface="Times New Roman"/>
                          <a:ea typeface="맑은 고딕"/>
                          <a:cs typeface="Times New Roman"/>
                        </a:rPr>
                        <a:t>승인자</a:t>
                      </a:r>
                      <a:endParaRPr lang="ko-KR" sz="1300" kern="100"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78336" marR="783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endParaRPr lang="ko-KR" sz="1300" kern="100"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78336" marR="783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endParaRPr lang="ko-KR" sz="1300" kern="100" dirty="0"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78336" marR="783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endParaRPr lang="ko-KR" sz="1300" kern="100" dirty="0"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78336" marR="783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40">
                <a:tc>
                  <a:txBody>
                    <a:bodyPr/>
                    <a:lstStyle/>
                    <a:p>
                      <a:pPr algn="ctr" hangingPunct="0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ko-KR" sz="1400" b="1" kern="100" dirty="0">
                          <a:latin typeface="Times New Roman"/>
                          <a:ea typeface="맑은 고딕"/>
                          <a:cs typeface="Times New Roman"/>
                        </a:rPr>
                        <a:t>검토자</a:t>
                      </a:r>
                      <a:endParaRPr lang="ko-KR" sz="1300" kern="100" dirty="0"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78336" marR="783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endParaRPr lang="ko-KR" sz="1300" kern="100"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78336" marR="783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endParaRPr lang="ko-KR" sz="1300" kern="100"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78336" marR="783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hangingPunct="0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endParaRPr lang="ko-KR" sz="1300" kern="100" dirty="0"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78336" marR="7833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2018046"/>
              </p:ext>
            </p:extLst>
          </p:nvPr>
        </p:nvGraphicFramePr>
        <p:xfrm>
          <a:off x="174088" y="1410986"/>
          <a:ext cx="11000165" cy="82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8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76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28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16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40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1.0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2246" marR="82246" marT="42000" marB="42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2025-03-20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2246" marR="82246" marT="42000" marB="42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&lt;OTT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상품 키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&gt;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항목 추가</a:t>
                      </a:r>
                    </a:p>
                    <a:p>
                      <a:pPr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슬라이드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3, 4, 13, 14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2246" marR="82246" marT="42000" marB="42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정호원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2246" marR="82246" marT="42000" marB="42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337550"/>
                  </a:ext>
                </a:extLst>
              </a:tr>
              <a:tr h="2440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1.0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2246" marR="82246" marT="42000" marB="42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2025-03-17</a:t>
                      </a:r>
                      <a:endParaRPr lang="ko-KR" altLang="en-US" sz="80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2246" marR="82246" marT="42000" marB="42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최초등록</a:t>
                      </a:r>
                    </a:p>
                  </a:txBody>
                  <a:tcPr marL="82246" marR="82246" marT="42000" marB="42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정호원</a:t>
                      </a:r>
                    </a:p>
                  </a:txBody>
                  <a:tcPr marL="82246" marR="82246" marT="42000" marB="42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40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버전</a:t>
                      </a:r>
                    </a:p>
                  </a:txBody>
                  <a:tcPr marL="82246" marR="82246" marT="42000" marB="42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변경일자</a:t>
                      </a:r>
                    </a:p>
                  </a:txBody>
                  <a:tcPr marL="82246" marR="82246" marT="42000" marB="42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제</a:t>
                      </a:r>
                      <a:r>
                        <a:rPr lang="en-US" sz="11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·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개정 내용</a:t>
                      </a:r>
                    </a:p>
                  </a:txBody>
                  <a:tcPr marL="82246" marR="82246" marT="42000" marB="42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marL="82246" marR="82246" marT="42000" marB="42000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700153" y="1012168"/>
            <a:ext cx="1219459" cy="321830"/>
          </a:xfrm>
          <a:prstGeom prst="rect">
            <a:avLst/>
          </a:prstGeom>
          <a:noFill/>
        </p:spPr>
        <p:txBody>
          <a:bodyPr wrap="none" lIns="105357" tIns="52679" rIns="105357" bIns="52679" rtlCol="0">
            <a:spAutoFit/>
          </a:bodyPr>
          <a:lstStyle/>
          <a:p>
            <a:r>
              <a:rPr lang="ko-KR" altLang="en-US" sz="1400" dirty="0">
                <a:latin typeface="+mn-ea"/>
                <a:ea typeface="+mn-ea"/>
              </a:rPr>
              <a:t>제</a:t>
            </a:r>
            <a:r>
              <a:rPr lang="en-US" altLang="ko-KR" sz="1400" dirty="0">
                <a:latin typeface="+mn-ea"/>
                <a:ea typeface="+mn-ea"/>
              </a:rPr>
              <a:t>·</a:t>
            </a:r>
            <a:r>
              <a:rPr lang="ko-KR" altLang="en-US" sz="1400" dirty="0">
                <a:latin typeface="+mn-ea"/>
                <a:ea typeface="+mn-ea"/>
              </a:rPr>
              <a:t>개정 이력</a:t>
            </a:r>
          </a:p>
        </p:txBody>
      </p:sp>
    </p:spTree>
    <p:extLst>
      <p:ext uri="{BB962C8B-B14F-4D97-AF65-F5344CB8AC3E}">
        <p14:creationId xmlns:p14="http://schemas.microsoft.com/office/powerpoint/2010/main" val="2947385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7BC0E-F382-85AB-A717-18E2C3507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그림 39">
            <a:extLst>
              <a:ext uri="{FF2B5EF4-FFF2-40B4-BE49-F238E27FC236}">
                <a16:creationId xmlns:a16="http://schemas.microsoft.com/office/drawing/2014/main" id="{83660721-E137-9747-5ED7-93D8519E23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r="31218" b="36367"/>
          <a:stretch/>
        </p:blipFill>
        <p:spPr>
          <a:xfrm>
            <a:off x="220663" y="6025150"/>
            <a:ext cx="8353425" cy="1727586"/>
          </a:xfrm>
          <a:prstGeom prst="rect">
            <a:avLst/>
          </a:prstGeom>
        </p:spPr>
      </p:pic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BF47AB46-FD55-2EE0-2103-BBDAEEFB80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0941342"/>
              </p:ext>
            </p:extLst>
          </p:nvPr>
        </p:nvGraphicFramePr>
        <p:xfrm>
          <a:off x="105617" y="58587"/>
          <a:ext cx="11104465" cy="6908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2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257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0295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5357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상품관리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콘텐츠상품관리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&gt;PPM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상품관리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/product/cntsprd/ppm/ppmPrdInsert.do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295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5357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PPM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상품등록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dirty="0">
                          <a:solidFill>
                            <a:prstClr val="black"/>
                          </a:solidFill>
                          <a:latin typeface="맑은 고딕" pitchFamily="50" charset="-127"/>
                          <a:ea typeface="+mn-ea"/>
                        </a:rPr>
                        <a:t>□ 메인 ■ 서브 □ 레이어  □ 팝업 □ 보고서 □ 기타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295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정호원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5" name="Group 139">
            <a:extLst>
              <a:ext uri="{FF2B5EF4-FFF2-40B4-BE49-F238E27FC236}">
                <a16:creationId xmlns:a16="http://schemas.microsoft.com/office/drawing/2014/main" id="{38336B18-095E-7418-41FB-0B4AFA1BD7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5728220"/>
              </p:ext>
            </p:extLst>
          </p:nvPr>
        </p:nvGraphicFramePr>
        <p:xfrm>
          <a:off x="8691031" y="1012168"/>
          <a:ext cx="2511718" cy="4018873"/>
        </p:xfrm>
        <a:graphic>
          <a:graphicData uri="http://schemas.openxmlformats.org/drawingml/2006/table">
            <a:tbl>
              <a:tblPr/>
              <a:tblGrid>
                <a:gridCol w="260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1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01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00"/>
                        </a:lnSpc>
                        <a:buFontTx/>
                        <a:buNone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결제창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배너이미지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(PLCC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전용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524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이상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삭제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301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02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00"/>
                        </a:lnSpc>
                        <a:buFontTx/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약관 안내문구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기본약관 안내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5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03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바이트수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 추가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264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04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00"/>
                        </a:lnSpc>
                        <a:buFontTx/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혜택 반환금 안내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신규 추가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선택값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스타일은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&lt;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기본약관 안내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와 동일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454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05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개인정보 안내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신규 추가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선택값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스타일은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&lt;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기본약관 안내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와 동일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695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06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해지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가능여부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신규 추가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기본값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N</a:t>
                      </a: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5968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07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신용카드 사용관리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삭제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655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08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&lt;OTT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상품 키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추가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아래 메뉴에서만 특정 상품유형일 때에만 노출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선택값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콘텐츠상품관리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&gt;PPM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상품관리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: OTT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PPM</a:t>
                      </a:r>
                    </a:p>
                    <a:p>
                      <a:pPr marL="171450" marR="0" lvl="0" indent="-17145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채널상품관리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&gt;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채널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PPM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복합상품관리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: OTT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복합 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PPM(TIER) </a:t>
                      </a: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834408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FB228C55-9043-5A7C-D38E-EB55ACF119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6179" b="45889"/>
          <a:stretch/>
        </p:blipFill>
        <p:spPr>
          <a:xfrm>
            <a:off x="220663" y="1920695"/>
            <a:ext cx="8353425" cy="2382672"/>
          </a:xfrm>
          <a:prstGeom prst="rect">
            <a:avLst/>
          </a:prstGeom>
        </p:spPr>
      </p:pic>
      <p:grpSp>
        <p:nvGrpSpPr>
          <p:cNvPr id="4" name="Cutout">
            <a:extLst>
              <a:ext uri="{FF2B5EF4-FFF2-40B4-BE49-F238E27FC236}">
                <a16:creationId xmlns:a16="http://schemas.microsoft.com/office/drawing/2014/main" id="{F350ADFB-09A3-0CD5-593D-68841FA824A5}"/>
              </a:ext>
            </a:extLst>
          </p:cNvPr>
          <p:cNvGrpSpPr/>
          <p:nvPr/>
        </p:nvGrpSpPr>
        <p:grpSpPr>
          <a:xfrm rot="5400000">
            <a:off x="4307364" y="-2346634"/>
            <a:ext cx="180021" cy="8353425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5" name="Fill">
              <a:extLst>
                <a:ext uri="{FF2B5EF4-FFF2-40B4-BE49-F238E27FC236}">
                  <a16:creationId xmlns:a16="http://schemas.microsoft.com/office/drawing/2014/main" id="{F4F00F80-1F33-FA98-1F74-DE82ADC9B818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6" name="Border">
              <a:extLst>
                <a:ext uri="{FF2B5EF4-FFF2-40B4-BE49-F238E27FC236}">
                  <a16:creationId xmlns:a16="http://schemas.microsoft.com/office/drawing/2014/main" id="{D34C0D5F-6888-BBE7-1636-D50555C7D8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7" name="직사각형 6">
            <a:extLst>
              <a:ext uri="{FF2B5EF4-FFF2-40B4-BE49-F238E27FC236}">
                <a16:creationId xmlns:a16="http://schemas.microsoft.com/office/drawing/2014/main" id="{EC6CF994-8BAC-80A8-78D7-420D1F1DDABC}"/>
              </a:ext>
            </a:extLst>
          </p:cNvPr>
          <p:cNvSpPr/>
          <p:nvPr/>
        </p:nvSpPr>
        <p:spPr>
          <a:xfrm>
            <a:off x="238536" y="2604770"/>
            <a:ext cx="8335552" cy="756084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삭제</a:t>
            </a: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AD829DE2-99B7-584F-B34E-9FA5D6316FED}"/>
              </a:ext>
            </a:extLst>
          </p:cNvPr>
          <p:cNvCxnSpPr>
            <a:cxnSpLocks/>
          </p:cNvCxnSpPr>
          <p:nvPr/>
        </p:nvCxnSpPr>
        <p:spPr>
          <a:xfrm>
            <a:off x="1157350" y="3828906"/>
            <a:ext cx="612068" cy="0"/>
          </a:xfrm>
          <a:prstGeom prst="straightConnector1">
            <a:avLst/>
          </a:prstGeom>
          <a:ln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F9297B5-EA75-EA00-B69B-75C4466237B7}"/>
              </a:ext>
            </a:extLst>
          </p:cNvPr>
          <p:cNvSpPr txBox="1"/>
          <p:nvPr/>
        </p:nvSpPr>
        <p:spPr>
          <a:xfrm>
            <a:off x="1877430" y="3720894"/>
            <a:ext cx="15841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05357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문구 변경</a:t>
            </a:r>
            <a:r>
              <a:rPr lang="en-US" altLang="ko-KR" sz="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기본약관 안내</a:t>
            </a:r>
            <a:endParaRPr lang="en-US" altLang="ko-KR" sz="8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0" name="Cutout">
            <a:extLst>
              <a:ext uri="{FF2B5EF4-FFF2-40B4-BE49-F238E27FC236}">
                <a16:creationId xmlns:a16="http://schemas.microsoft.com/office/drawing/2014/main" id="{E5522334-D6D1-5B50-8A6E-92C573269192}"/>
              </a:ext>
            </a:extLst>
          </p:cNvPr>
          <p:cNvGrpSpPr/>
          <p:nvPr/>
        </p:nvGrpSpPr>
        <p:grpSpPr>
          <a:xfrm rot="5400000">
            <a:off x="4307364" y="1866441"/>
            <a:ext cx="180023" cy="8353425"/>
            <a:chOff x="6402386" y="1584325"/>
            <a:chExt cx="239715" cy="933450"/>
          </a:xfrm>
          <a:solidFill>
            <a:srgbClr val="FFFFFF"/>
          </a:solidFill>
        </p:grpSpPr>
        <p:sp>
          <p:nvSpPr>
            <p:cNvPr id="11" name="Fill">
              <a:extLst>
                <a:ext uri="{FF2B5EF4-FFF2-40B4-BE49-F238E27FC236}">
                  <a16:creationId xmlns:a16="http://schemas.microsoft.com/office/drawing/2014/main" id="{E7950814-5802-29BE-00EA-6D3836362F53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6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12" name="Border">
              <a:extLst>
                <a:ext uri="{FF2B5EF4-FFF2-40B4-BE49-F238E27FC236}">
                  <a16:creationId xmlns:a16="http://schemas.microsoft.com/office/drawing/2014/main" id="{1D9D83A0-0150-A645-8A67-5CEE3DEE2C4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5DD7313F-E469-896D-5370-CB90279767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440857"/>
              </p:ext>
            </p:extLst>
          </p:nvPr>
        </p:nvGraphicFramePr>
        <p:xfrm>
          <a:off x="220663" y="4296958"/>
          <a:ext cx="8353426" cy="1579919"/>
        </p:xfrm>
        <a:graphic>
          <a:graphicData uri="http://schemas.openxmlformats.org/drawingml/2006/table">
            <a:tbl>
              <a:tblPr/>
              <a:tblGrid>
                <a:gridCol w="1800783">
                  <a:extLst>
                    <a:ext uri="{9D8B030D-6E8A-4147-A177-3AD203B41FA5}">
                      <a16:colId xmlns:a16="http://schemas.microsoft.com/office/drawing/2014/main" val="3814666390"/>
                    </a:ext>
                  </a:extLst>
                </a:gridCol>
                <a:gridCol w="6552643">
                  <a:extLst>
                    <a:ext uri="{9D8B030D-6E8A-4147-A177-3AD203B41FA5}">
                      <a16:colId xmlns:a16="http://schemas.microsoft.com/office/drawing/2014/main" val="342433539"/>
                    </a:ext>
                  </a:extLst>
                </a:gridCol>
              </a:tblGrid>
              <a:tr h="666074"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혜택 반환금 안내</a:t>
                      </a: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7563" rtl="0" eaLnBrk="1" fontAlgn="base" latinLnBrk="1" hangingPunct="1">
                        <a:lnSpc>
                          <a:spcPts val="7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148581"/>
                  </a:ext>
                </a:extLst>
              </a:tr>
              <a:tr h="666074"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개인정보 안내</a:t>
                      </a: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7563" rtl="0" eaLnBrk="1" fontAlgn="base" latinLnBrk="1" hangingPunct="1">
                        <a:lnSpc>
                          <a:spcPts val="7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50918"/>
                  </a:ext>
                </a:extLst>
              </a:tr>
              <a:tr h="247771"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*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해지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가능여부</a:t>
                      </a: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7563" rtl="0" eaLnBrk="1" fontAlgn="base" latinLnBrk="1" hangingPunct="1">
                        <a:lnSpc>
                          <a:spcPts val="7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○ 예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◎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아니오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44225"/>
                  </a:ext>
                </a:extLst>
              </a:tr>
            </a:tbl>
          </a:graphicData>
        </a:graphic>
      </p:graphicFrame>
      <p:grpSp>
        <p:nvGrpSpPr>
          <p:cNvPr id="14" name="그룹 13">
            <a:extLst>
              <a:ext uri="{FF2B5EF4-FFF2-40B4-BE49-F238E27FC236}">
                <a16:creationId xmlns:a16="http://schemas.microsoft.com/office/drawing/2014/main" id="{A2639574-BB37-C6EB-0E2C-A3BC03E9C5DD}"/>
              </a:ext>
            </a:extLst>
          </p:cNvPr>
          <p:cNvGrpSpPr/>
          <p:nvPr/>
        </p:nvGrpSpPr>
        <p:grpSpPr>
          <a:xfrm>
            <a:off x="2057451" y="4369200"/>
            <a:ext cx="5686655" cy="539825"/>
            <a:chOff x="3176075" y="2596342"/>
            <a:chExt cx="5015269" cy="539825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D41155D8-8CC1-D75E-DBD4-93B6A3A855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6075" y="2596342"/>
              <a:ext cx="4254935" cy="539825"/>
            </a:xfrm>
            <a:prstGeom prst="rect">
              <a:avLst/>
            </a:prstGeom>
            <a:solidFill>
              <a:sysClr val="window" lastClr="FFFFFF"/>
            </a:solidFill>
            <a:ln w="3175" algn="ctr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lIns="36000" tIns="36000" rIns="36000" bIns="3600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9pPr>
            </a:lstStyle>
            <a:p>
              <a:pPr algn="r" fontAlgn="auto" latinLnBrk="0" hangingPunct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45000"/>
                <a:defRPr/>
              </a:pPr>
              <a:endParaRPr lang="ko-KR" altLang="en-US" sz="800" kern="0" dirty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A0711B4-1F5E-E2C0-6DF3-A3A91059B078}"/>
                </a:ext>
              </a:extLst>
            </p:cNvPr>
            <p:cNvSpPr txBox="1"/>
            <p:nvPr/>
          </p:nvSpPr>
          <p:spPr>
            <a:xfrm>
              <a:off x="7399256" y="2740124"/>
              <a:ext cx="792088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(00/00 Bytes)</a:t>
              </a:r>
              <a:endParaRPr lang="ko-KR" altLang="en-US" dirty="0">
                <a:latin typeface="+mn-ea"/>
                <a:ea typeface="+mn-ea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0ADF4365-178E-9FF9-F94D-75423FE7134A}"/>
              </a:ext>
            </a:extLst>
          </p:cNvPr>
          <p:cNvGrpSpPr/>
          <p:nvPr/>
        </p:nvGrpSpPr>
        <p:grpSpPr>
          <a:xfrm>
            <a:off x="2057451" y="5017038"/>
            <a:ext cx="5686655" cy="539825"/>
            <a:chOff x="3176075" y="2596342"/>
            <a:chExt cx="5015269" cy="539825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A0A2D3A7-091C-CCB6-9316-208B7C1DD7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6075" y="2596342"/>
              <a:ext cx="4254935" cy="539825"/>
            </a:xfrm>
            <a:prstGeom prst="rect">
              <a:avLst/>
            </a:prstGeom>
            <a:solidFill>
              <a:sysClr val="window" lastClr="FFFFFF"/>
            </a:solidFill>
            <a:ln w="3175" algn="ctr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lIns="36000" tIns="36000" rIns="36000" bIns="3600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9pPr>
            </a:lstStyle>
            <a:p>
              <a:pPr algn="r" fontAlgn="auto" latinLnBrk="0" hangingPunct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45000"/>
                <a:defRPr/>
              </a:pPr>
              <a:endParaRPr lang="ko-KR" altLang="en-US" sz="800" kern="0" dirty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350C632-B475-B01D-9DB2-B4B9BF8B5314}"/>
                </a:ext>
              </a:extLst>
            </p:cNvPr>
            <p:cNvSpPr txBox="1"/>
            <p:nvPr/>
          </p:nvSpPr>
          <p:spPr>
            <a:xfrm>
              <a:off x="7399256" y="2740124"/>
              <a:ext cx="792088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(00/00 Bytes)</a:t>
              </a:r>
              <a:endParaRPr lang="ko-KR" altLang="en-US" sz="800" dirty="0">
                <a:latin typeface="+mn-ea"/>
                <a:ea typeface="+mn-ea"/>
              </a:endParaRP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06A03BEF-BB54-5ACB-2999-75378B475DAF}"/>
              </a:ext>
            </a:extLst>
          </p:cNvPr>
          <p:cNvSpPr txBox="1"/>
          <p:nvPr/>
        </p:nvSpPr>
        <p:spPr>
          <a:xfrm>
            <a:off x="6847958" y="3721474"/>
            <a:ext cx="898124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(00/00 Bytes)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9BD79E26-EF61-6EFA-D2AF-654FCD7B16A7}"/>
              </a:ext>
            </a:extLst>
          </p:cNvPr>
          <p:cNvSpPr/>
          <p:nvPr/>
        </p:nvSpPr>
        <p:spPr>
          <a:xfrm>
            <a:off x="238536" y="6997258"/>
            <a:ext cx="8335552" cy="216024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삭제</a:t>
            </a:r>
          </a:p>
        </p:txBody>
      </p:sp>
      <p:sp>
        <p:nvSpPr>
          <p:cNvPr id="29" name="AutoShape 62">
            <a:extLst>
              <a:ext uri="{FF2B5EF4-FFF2-40B4-BE49-F238E27FC236}">
                <a16:creationId xmlns:a16="http://schemas.microsoft.com/office/drawing/2014/main" id="{66AD0AF2-B202-5A5F-5589-35CDDE2A4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38" y="2604770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AutoShape 62">
            <a:extLst>
              <a:ext uri="{FF2B5EF4-FFF2-40B4-BE49-F238E27FC236}">
                <a16:creationId xmlns:a16="http://schemas.microsoft.com/office/drawing/2014/main" id="{47C18868-FD2C-082D-03C3-5150AF4ED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5382" y="3612882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AutoShape 62">
            <a:extLst>
              <a:ext uri="{FF2B5EF4-FFF2-40B4-BE49-F238E27FC236}">
                <a16:creationId xmlns:a16="http://schemas.microsoft.com/office/drawing/2014/main" id="{595DB85E-62BB-7E52-AAFB-2231C2BDF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8070" y="3720894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AutoShape 62">
            <a:extLst>
              <a:ext uri="{FF2B5EF4-FFF2-40B4-BE49-F238E27FC236}">
                <a16:creationId xmlns:a16="http://schemas.microsoft.com/office/drawing/2014/main" id="{51D3460D-6D7C-9C8C-4F3B-C62859321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983" y="4548986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AutoShape 62">
            <a:extLst>
              <a:ext uri="{FF2B5EF4-FFF2-40B4-BE49-F238E27FC236}">
                <a16:creationId xmlns:a16="http://schemas.microsoft.com/office/drawing/2014/main" id="{E5ED919A-AB74-5A4C-9320-07CCF726B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983" y="5233062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AutoShape 62">
            <a:extLst>
              <a:ext uri="{FF2B5EF4-FFF2-40B4-BE49-F238E27FC236}">
                <a16:creationId xmlns:a16="http://schemas.microsoft.com/office/drawing/2014/main" id="{BE9342F1-859C-9B75-BB44-1A90DC7D76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983" y="5665110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AutoShape 62">
            <a:extLst>
              <a:ext uri="{FF2B5EF4-FFF2-40B4-BE49-F238E27FC236}">
                <a16:creationId xmlns:a16="http://schemas.microsoft.com/office/drawing/2014/main" id="{6058FD32-3A03-0F38-3203-A17748EB5D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38" y="6997258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07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20143EB-CD20-CF07-6A9D-81CD4AD90D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663" y="919810"/>
            <a:ext cx="8353425" cy="420085"/>
          </a:xfrm>
          <a:prstGeom prst="rect">
            <a:avLst/>
          </a:prstGeom>
        </p:spPr>
      </p:pic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47604384-D61C-BCC9-7E11-865DC20D47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6154058"/>
              </p:ext>
            </p:extLst>
          </p:nvPr>
        </p:nvGraphicFramePr>
        <p:xfrm>
          <a:off x="220663" y="1344024"/>
          <a:ext cx="8353426" cy="247771"/>
        </p:xfrm>
        <a:graphic>
          <a:graphicData uri="http://schemas.openxmlformats.org/drawingml/2006/table">
            <a:tbl>
              <a:tblPr/>
              <a:tblGrid>
                <a:gridCol w="1800783">
                  <a:extLst>
                    <a:ext uri="{9D8B030D-6E8A-4147-A177-3AD203B41FA5}">
                      <a16:colId xmlns:a16="http://schemas.microsoft.com/office/drawing/2014/main" val="2171105928"/>
                    </a:ext>
                  </a:extLst>
                </a:gridCol>
                <a:gridCol w="6552643">
                  <a:extLst>
                    <a:ext uri="{9D8B030D-6E8A-4147-A177-3AD203B41FA5}">
                      <a16:colId xmlns:a16="http://schemas.microsoft.com/office/drawing/2014/main" val="1792920102"/>
                    </a:ext>
                  </a:extLst>
                </a:gridCol>
              </a:tblGrid>
              <a:tr h="247771"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OTT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키</a:t>
                      </a: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7563" rtl="0" eaLnBrk="1" fontAlgn="base" latinLnBrk="1" hangingPunct="1">
                        <a:lnSpc>
                          <a:spcPts val="7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992594"/>
                  </a:ext>
                </a:extLst>
              </a:tr>
            </a:tbl>
          </a:graphicData>
        </a:graphic>
      </p:graphicFrame>
      <p:grpSp>
        <p:nvGrpSpPr>
          <p:cNvPr id="20" name="그룹 19">
            <a:extLst>
              <a:ext uri="{FF2B5EF4-FFF2-40B4-BE49-F238E27FC236}">
                <a16:creationId xmlns:a16="http://schemas.microsoft.com/office/drawing/2014/main" id="{7EEFF8C6-AC8E-33BB-25B1-ED13751198F7}"/>
              </a:ext>
            </a:extLst>
          </p:cNvPr>
          <p:cNvGrpSpPr/>
          <p:nvPr/>
        </p:nvGrpSpPr>
        <p:grpSpPr>
          <a:xfrm>
            <a:off x="2057451" y="1362130"/>
            <a:ext cx="5686655" cy="215444"/>
            <a:chOff x="3176075" y="2578444"/>
            <a:chExt cx="5015269" cy="215444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F8E1194C-7D62-DA53-FB88-9F95F6BAA2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6075" y="2596342"/>
              <a:ext cx="4254935" cy="162000"/>
            </a:xfrm>
            <a:prstGeom prst="rect">
              <a:avLst/>
            </a:prstGeom>
            <a:solidFill>
              <a:sysClr val="window" lastClr="FFFFFF"/>
            </a:solidFill>
            <a:ln w="3175" algn="ctr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lIns="36000" tIns="36000" rIns="36000" bIns="3600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9pPr>
            </a:lstStyle>
            <a:p>
              <a:pPr algn="r" fontAlgn="auto" latinLnBrk="0" hangingPunct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45000"/>
                <a:defRPr/>
              </a:pPr>
              <a:endParaRPr lang="ko-KR" altLang="en-US" sz="800" kern="0" dirty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CBE1F46-A87A-A56F-8668-7CBEAA81F7CC}"/>
                </a:ext>
              </a:extLst>
            </p:cNvPr>
            <p:cNvSpPr txBox="1"/>
            <p:nvPr/>
          </p:nvSpPr>
          <p:spPr>
            <a:xfrm>
              <a:off x="7399256" y="2578444"/>
              <a:ext cx="792088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(00/00 Bytes)</a:t>
              </a:r>
              <a:endParaRPr lang="ko-KR" altLang="en-US" dirty="0">
                <a:latin typeface="+mn-ea"/>
                <a:ea typeface="+mn-ea"/>
              </a:endParaRPr>
            </a:p>
          </p:txBody>
        </p:sp>
      </p:grpSp>
      <p:sp>
        <p:nvSpPr>
          <p:cNvPr id="23" name="AutoShape 62">
            <a:extLst>
              <a:ext uri="{FF2B5EF4-FFF2-40B4-BE49-F238E27FC236}">
                <a16:creationId xmlns:a16="http://schemas.microsoft.com/office/drawing/2014/main" id="{DB839785-2D3B-85AD-80BA-740C25AD81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9358" y="1380028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08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502C353-F07B-7F86-77C5-E7281E508892}"/>
              </a:ext>
            </a:extLst>
          </p:cNvPr>
          <p:cNvSpPr/>
          <p:nvPr/>
        </p:nvSpPr>
        <p:spPr>
          <a:xfrm>
            <a:off x="11210082" y="58586"/>
            <a:ext cx="3147059" cy="7732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n-US" altLang="ko-KR" sz="900" dirty="0">
                <a:latin typeface="+mn-ea"/>
              </a:rPr>
              <a:t>[2025-03-20 UPDATE]</a:t>
            </a:r>
          </a:p>
          <a:p>
            <a:pPr algn="l"/>
            <a:endParaRPr lang="en-US" altLang="ko-KR" sz="900" dirty="0">
              <a:latin typeface="+mn-ea"/>
            </a:endParaRP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US" altLang="ko-KR" sz="900" dirty="0">
                <a:latin typeface="+mn-ea"/>
              </a:rPr>
              <a:t>&lt;OTT </a:t>
            </a:r>
            <a:r>
              <a:rPr lang="ko-KR" altLang="en-US" sz="900" dirty="0">
                <a:latin typeface="+mn-ea"/>
              </a:rPr>
              <a:t>상품 키</a:t>
            </a:r>
            <a:r>
              <a:rPr lang="en-US" altLang="ko-KR" sz="900" dirty="0">
                <a:latin typeface="+mn-ea"/>
              </a:rPr>
              <a:t>&gt; </a:t>
            </a:r>
            <a:r>
              <a:rPr lang="ko-KR" altLang="en-US" sz="900" dirty="0">
                <a:latin typeface="+mn-ea"/>
              </a:rPr>
              <a:t>항목 추가</a:t>
            </a:r>
            <a:endParaRPr lang="en-US" altLang="ko-KR" sz="900" dirty="0">
              <a:latin typeface="+mn-ea"/>
            </a:endParaRPr>
          </a:p>
        </p:txBody>
      </p:sp>
      <p:grpSp>
        <p:nvGrpSpPr>
          <p:cNvPr id="38" name="Cutout">
            <a:extLst>
              <a:ext uri="{FF2B5EF4-FFF2-40B4-BE49-F238E27FC236}">
                <a16:creationId xmlns:a16="http://schemas.microsoft.com/office/drawing/2014/main" id="{839D031A-6BC3-74D1-E725-486CB904810A}"/>
              </a:ext>
            </a:extLst>
          </p:cNvPr>
          <p:cNvGrpSpPr/>
          <p:nvPr/>
        </p:nvGrpSpPr>
        <p:grpSpPr>
          <a:xfrm rot="5400000">
            <a:off x="4307364" y="-3254554"/>
            <a:ext cx="180021" cy="8353425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39" name="Fill">
              <a:extLst>
                <a:ext uri="{FF2B5EF4-FFF2-40B4-BE49-F238E27FC236}">
                  <a16:creationId xmlns:a16="http://schemas.microsoft.com/office/drawing/2014/main" id="{85A568F6-6168-3792-2F06-153B1E2E761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41" name="Border">
              <a:extLst>
                <a:ext uri="{FF2B5EF4-FFF2-40B4-BE49-F238E27FC236}">
                  <a16:creationId xmlns:a16="http://schemas.microsoft.com/office/drawing/2014/main" id="{AF9B1E26-7C11-2D6F-BA02-85112AA062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74253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그림 52">
            <a:extLst>
              <a:ext uri="{FF2B5EF4-FFF2-40B4-BE49-F238E27FC236}">
                <a16:creationId xmlns:a16="http://schemas.microsoft.com/office/drawing/2014/main" id="{8CA7EF11-FFA2-CA1E-1385-778FB48F3D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179"/>
          <a:stretch/>
        </p:blipFill>
        <p:spPr>
          <a:xfrm>
            <a:off x="220663" y="5952090"/>
            <a:ext cx="8353425" cy="1901135"/>
          </a:xfrm>
          <a:prstGeom prst="rect">
            <a:avLst/>
          </a:prstGeom>
        </p:spPr>
      </p:pic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F65D9331-60B5-92C9-63B7-127CC105E1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675244"/>
              </p:ext>
            </p:extLst>
          </p:nvPr>
        </p:nvGraphicFramePr>
        <p:xfrm>
          <a:off x="105617" y="58587"/>
          <a:ext cx="11104465" cy="6908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2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257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0295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5357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상품관리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콘텐츠상품관리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&gt;PPM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상품관리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/product/cntsprd/ppm/ppmPrdUpdate.do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295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5357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PPM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상품조회수정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dirty="0">
                          <a:solidFill>
                            <a:prstClr val="black"/>
                          </a:solidFill>
                          <a:latin typeface="맑은 고딕" pitchFamily="50" charset="-127"/>
                          <a:ea typeface="+mn-ea"/>
                        </a:rPr>
                        <a:t>□ 메인 ■ 서브 □ 레이어  □ 팝업 □ 보고서 □ 기타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295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정호원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5" name="Group 139">
            <a:extLst>
              <a:ext uri="{FF2B5EF4-FFF2-40B4-BE49-F238E27FC236}">
                <a16:creationId xmlns:a16="http://schemas.microsoft.com/office/drawing/2014/main" id="{A0723D4F-EEB4-5B6F-D7C0-7B3A5AD82C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572655"/>
              </p:ext>
            </p:extLst>
          </p:nvPr>
        </p:nvGraphicFramePr>
        <p:xfrm>
          <a:off x="8691031" y="1012168"/>
          <a:ext cx="2511718" cy="4019321"/>
        </p:xfrm>
        <a:graphic>
          <a:graphicData uri="http://schemas.openxmlformats.org/drawingml/2006/table">
            <a:tbl>
              <a:tblPr/>
              <a:tblGrid>
                <a:gridCol w="260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1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01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00"/>
                        </a:lnSpc>
                        <a:buFontTx/>
                        <a:buNone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결제창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배너이미지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(PLCC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전용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524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이상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삭제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301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02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00"/>
                        </a:lnSpc>
                        <a:buFontTx/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약관 안내문구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기본약관 안내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5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03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바이트수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 추가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264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04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00"/>
                        </a:lnSpc>
                        <a:buFontTx/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혜택 반환금 안내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신규 추가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선택값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스타일은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&lt;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기본약관 안내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와 동일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454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05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개인정보 안내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신규 추가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선택값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스타일은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&lt;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기본약관 안내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와 동일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695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06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해지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가능여부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신규 추가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기본값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N</a:t>
                      </a: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5968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07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신용카드 사용관리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삭제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655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08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&lt;OTT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상품 키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추가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아래 메뉴에서만 특정 상품유형일 때에만 노출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선택값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콘텐츠상품관리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&gt;PPM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상품관리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: OTT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PPM</a:t>
                      </a:r>
                    </a:p>
                    <a:p>
                      <a:pPr marL="171450" marR="0" lvl="0" indent="-17145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채널상품관리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&gt;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채널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PPM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복합상품관리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: OTT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복합 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PPM(TIER) </a:t>
                      </a: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9904359"/>
                  </a:ext>
                </a:extLst>
              </a:tr>
            </a:tbl>
          </a:graphicData>
        </a:graphic>
      </p:graphicFrame>
      <p:pic>
        <p:nvPicPr>
          <p:cNvPr id="15" name="그림 14">
            <a:extLst>
              <a:ext uri="{FF2B5EF4-FFF2-40B4-BE49-F238E27FC236}">
                <a16:creationId xmlns:a16="http://schemas.microsoft.com/office/drawing/2014/main" id="{2BA772C0-4CEA-B492-2F8A-EB0A6A3EB0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6179" b="45889"/>
          <a:stretch/>
        </p:blipFill>
        <p:spPr>
          <a:xfrm>
            <a:off x="220663" y="1804554"/>
            <a:ext cx="8353425" cy="2382672"/>
          </a:xfrm>
          <a:prstGeom prst="rect">
            <a:avLst/>
          </a:prstGeom>
        </p:spPr>
      </p:pic>
      <p:grpSp>
        <p:nvGrpSpPr>
          <p:cNvPr id="18" name="Cutout">
            <a:extLst>
              <a:ext uri="{FF2B5EF4-FFF2-40B4-BE49-F238E27FC236}">
                <a16:creationId xmlns:a16="http://schemas.microsoft.com/office/drawing/2014/main" id="{A5F253EE-7FEF-7B22-29DD-B3D87F997898}"/>
              </a:ext>
            </a:extLst>
          </p:cNvPr>
          <p:cNvGrpSpPr/>
          <p:nvPr/>
        </p:nvGrpSpPr>
        <p:grpSpPr>
          <a:xfrm rot="5400000">
            <a:off x="4307364" y="-2356432"/>
            <a:ext cx="180021" cy="8353425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20" name="Fill">
              <a:extLst>
                <a:ext uri="{FF2B5EF4-FFF2-40B4-BE49-F238E27FC236}">
                  <a16:creationId xmlns:a16="http://schemas.microsoft.com/office/drawing/2014/main" id="{EF5B0C9B-3833-BF77-5777-10735DBFE6D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21" name="Border">
              <a:extLst>
                <a:ext uri="{FF2B5EF4-FFF2-40B4-BE49-F238E27FC236}">
                  <a16:creationId xmlns:a16="http://schemas.microsoft.com/office/drawing/2014/main" id="{04B2FBC6-95AD-97B2-7B50-B701934A4C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9740362-0140-B835-65A3-C4264BF2B4CF}"/>
              </a:ext>
            </a:extLst>
          </p:cNvPr>
          <p:cNvSpPr/>
          <p:nvPr/>
        </p:nvSpPr>
        <p:spPr>
          <a:xfrm>
            <a:off x="238536" y="2488629"/>
            <a:ext cx="8335552" cy="756084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삭제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B67E3010-F573-4B0D-25FC-091AB5892425}"/>
              </a:ext>
            </a:extLst>
          </p:cNvPr>
          <p:cNvCxnSpPr>
            <a:cxnSpLocks/>
          </p:cNvCxnSpPr>
          <p:nvPr/>
        </p:nvCxnSpPr>
        <p:spPr>
          <a:xfrm>
            <a:off x="1157350" y="3712765"/>
            <a:ext cx="612068" cy="0"/>
          </a:xfrm>
          <a:prstGeom prst="straightConnector1">
            <a:avLst/>
          </a:prstGeom>
          <a:ln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5B520968-A619-43D1-BCA2-1B50377A49E2}"/>
              </a:ext>
            </a:extLst>
          </p:cNvPr>
          <p:cNvSpPr txBox="1"/>
          <p:nvPr/>
        </p:nvSpPr>
        <p:spPr>
          <a:xfrm>
            <a:off x="1877430" y="3604753"/>
            <a:ext cx="15841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05357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문구 변경</a:t>
            </a:r>
            <a:r>
              <a:rPr lang="en-US" altLang="ko-KR" sz="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기본약관 안내</a:t>
            </a:r>
            <a:endParaRPr lang="en-US" altLang="ko-KR" sz="8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9" name="Cutout">
            <a:extLst>
              <a:ext uri="{FF2B5EF4-FFF2-40B4-BE49-F238E27FC236}">
                <a16:creationId xmlns:a16="http://schemas.microsoft.com/office/drawing/2014/main" id="{CCA4C6CE-83B5-4CB5-F51F-3DC8CF5C99C2}"/>
              </a:ext>
            </a:extLst>
          </p:cNvPr>
          <p:cNvGrpSpPr/>
          <p:nvPr/>
        </p:nvGrpSpPr>
        <p:grpSpPr>
          <a:xfrm rot="5400000">
            <a:off x="4307364" y="1750300"/>
            <a:ext cx="180023" cy="8353425"/>
            <a:chOff x="6402386" y="1584325"/>
            <a:chExt cx="239715" cy="933450"/>
          </a:xfrm>
          <a:solidFill>
            <a:srgbClr val="FFFFFF"/>
          </a:solidFill>
        </p:grpSpPr>
        <p:sp>
          <p:nvSpPr>
            <p:cNvPr id="41" name="Fill">
              <a:extLst>
                <a:ext uri="{FF2B5EF4-FFF2-40B4-BE49-F238E27FC236}">
                  <a16:creationId xmlns:a16="http://schemas.microsoft.com/office/drawing/2014/main" id="{C7AD9396-E2B6-189E-4626-AB86ED5D131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6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43" name="Border">
              <a:extLst>
                <a:ext uri="{FF2B5EF4-FFF2-40B4-BE49-F238E27FC236}">
                  <a16:creationId xmlns:a16="http://schemas.microsoft.com/office/drawing/2014/main" id="{C7681D9D-D7F9-E7CE-B4AB-9679B86032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379E7663-7A65-5E4B-E43F-146317983E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362918"/>
              </p:ext>
            </p:extLst>
          </p:nvPr>
        </p:nvGraphicFramePr>
        <p:xfrm>
          <a:off x="220663" y="4180817"/>
          <a:ext cx="8353426" cy="1579919"/>
        </p:xfrm>
        <a:graphic>
          <a:graphicData uri="http://schemas.openxmlformats.org/drawingml/2006/table">
            <a:tbl>
              <a:tblPr/>
              <a:tblGrid>
                <a:gridCol w="1764779">
                  <a:extLst>
                    <a:ext uri="{9D8B030D-6E8A-4147-A177-3AD203B41FA5}">
                      <a16:colId xmlns:a16="http://schemas.microsoft.com/office/drawing/2014/main" val="3814666390"/>
                    </a:ext>
                  </a:extLst>
                </a:gridCol>
                <a:gridCol w="6588647">
                  <a:extLst>
                    <a:ext uri="{9D8B030D-6E8A-4147-A177-3AD203B41FA5}">
                      <a16:colId xmlns:a16="http://schemas.microsoft.com/office/drawing/2014/main" val="342433539"/>
                    </a:ext>
                  </a:extLst>
                </a:gridCol>
              </a:tblGrid>
              <a:tr h="666074"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혜택 반환금 안내</a:t>
                      </a: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7563" rtl="0" eaLnBrk="1" fontAlgn="base" latinLnBrk="1" hangingPunct="1">
                        <a:lnSpc>
                          <a:spcPts val="7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148581"/>
                  </a:ext>
                </a:extLst>
              </a:tr>
              <a:tr h="666074"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개인정보 안내</a:t>
                      </a: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7563" rtl="0" eaLnBrk="1" fontAlgn="base" latinLnBrk="1" hangingPunct="1">
                        <a:lnSpc>
                          <a:spcPts val="7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50918"/>
                  </a:ext>
                </a:extLst>
              </a:tr>
              <a:tr h="247771"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*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해지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가능여부</a:t>
                      </a: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7563" rtl="0" eaLnBrk="1" fontAlgn="base" latinLnBrk="1" hangingPunct="1">
                        <a:lnSpc>
                          <a:spcPts val="7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○ 예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◎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아니오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44225"/>
                  </a:ext>
                </a:extLst>
              </a:tr>
            </a:tbl>
          </a:graphicData>
        </a:graphic>
      </p:graphicFrame>
      <p:grpSp>
        <p:nvGrpSpPr>
          <p:cNvPr id="45" name="그룹 44">
            <a:extLst>
              <a:ext uri="{FF2B5EF4-FFF2-40B4-BE49-F238E27FC236}">
                <a16:creationId xmlns:a16="http://schemas.microsoft.com/office/drawing/2014/main" id="{5396CC92-D5E4-6F14-6B5D-9A73631D73EC}"/>
              </a:ext>
            </a:extLst>
          </p:cNvPr>
          <p:cNvGrpSpPr/>
          <p:nvPr/>
        </p:nvGrpSpPr>
        <p:grpSpPr>
          <a:xfrm>
            <a:off x="2057451" y="4253059"/>
            <a:ext cx="5686655" cy="539825"/>
            <a:chOff x="3176075" y="2596342"/>
            <a:chExt cx="5015269" cy="539825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43D258BC-C745-E8EC-3B60-6C937864D1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6075" y="2596342"/>
              <a:ext cx="4254935" cy="539825"/>
            </a:xfrm>
            <a:prstGeom prst="rect">
              <a:avLst/>
            </a:prstGeom>
            <a:solidFill>
              <a:sysClr val="window" lastClr="FFFFFF"/>
            </a:solidFill>
            <a:ln w="3175" algn="ctr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lIns="36000" tIns="36000" rIns="36000" bIns="3600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9pPr>
            </a:lstStyle>
            <a:p>
              <a:pPr algn="r" fontAlgn="auto" latinLnBrk="0" hangingPunct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45000"/>
                <a:defRPr/>
              </a:pPr>
              <a:endParaRPr lang="ko-KR" altLang="en-US" sz="800" kern="0" dirty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C2C4FCA-AE73-CAA3-E346-769D39E0A44A}"/>
                </a:ext>
              </a:extLst>
            </p:cNvPr>
            <p:cNvSpPr txBox="1"/>
            <p:nvPr/>
          </p:nvSpPr>
          <p:spPr>
            <a:xfrm>
              <a:off x="7399256" y="2740124"/>
              <a:ext cx="792088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(00/00 Bytes)</a:t>
              </a:r>
              <a:endParaRPr lang="ko-KR" altLang="en-US" dirty="0">
                <a:latin typeface="+mn-ea"/>
                <a:ea typeface="+mn-ea"/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5CE219C0-7A6B-464F-AE03-3FF72DC91B4D}"/>
              </a:ext>
            </a:extLst>
          </p:cNvPr>
          <p:cNvGrpSpPr/>
          <p:nvPr/>
        </p:nvGrpSpPr>
        <p:grpSpPr>
          <a:xfrm>
            <a:off x="2057451" y="4900897"/>
            <a:ext cx="5686655" cy="539825"/>
            <a:chOff x="3176075" y="2596342"/>
            <a:chExt cx="5015269" cy="539825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72B0964B-980C-EDCA-0A5E-6E73E62485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6075" y="2596342"/>
              <a:ext cx="4254935" cy="539825"/>
            </a:xfrm>
            <a:prstGeom prst="rect">
              <a:avLst/>
            </a:prstGeom>
            <a:solidFill>
              <a:sysClr val="window" lastClr="FFFFFF"/>
            </a:solidFill>
            <a:ln w="3175" algn="ctr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lIns="36000" tIns="36000" rIns="36000" bIns="3600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9pPr>
            </a:lstStyle>
            <a:p>
              <a:pPr algn="r" fontAlgn="auto" latinLnBrk="0" hangingPunct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45000"/>
                <a:defRPr/>
              </a:pPr>
              <a:endParaRPr lang="ko-KR" altLang="en-US" sz="800" kern="0" dirty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C61623E-ABD9-EEB7-6461-A71F9108E419}"/>
                </a:ext>
              </a:extLst>
            </p:cNvPr>
            <p:cNvSpPr txBox="1"/>
            <p:nvPr/>
          </p:nvSpPr>
          <p:spPr>
            <a:xfrm>
              <a:off x="7399256" y="2740124"/>
              <a:ext cx="792088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(00/00 Bytes)</a:t>
              </a:r>
              <a:endParaRPr lang="ko-KR" altLang="en-US" sz="800" dirty="0">
                <a:latin typeface="+mn-ea"/>
                <a:ea typeface="+mn-ea"/>
              </a:endParaRP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742C504D-A07E-22AD-E969-3F38E8828A08}"/>
              </a:ext>
            </a:extLst>
          </p:cNvPr>
          <p:cNvSpPr txBox="1"/>
          <p:nvPr/>
        </p:nvSpPr>
        <p:spPr>
          <a:xfrm>
            <a:off x="6847958" y="3605333"/>
            <a:ext cx="898124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(00/00 Bytes)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5FA825C4-9BE1-807E-77E3-FB9EFC231B76}"/>
              </a:ext>
            </a:extLst>
          </p:cNvPr>
          <p:cNvSpPr/>
          <p:nvPr/>
        </p:nvSpPr>
        <p:spPr>
          <a:xfrm>
            <a:off x="238536" y="6809109"/>
            <a:ext cx="8335552" cy="216024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삭제</a:t>
            </a:r>
          </a:p>
        </p:txBody>
      </p:sp>
      <p:sp>
        <p:nvSpPr>
          <p:cNvPr id="55" name="AutoShape 62">
            <a:extLst>
              <a:ext uri="{FF2B5EF4-FFF2-40B4-BE49-F238E27FC236}">
                <a16:creationId xmlns:a16="http://schemas.microsoft.com/office/drawing/2014/main" id="{03408A0C-46EB-CDE2-2C34-C7FBFAD7B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38" y="2488629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6" name="AutoShape 62">
            <a:extLst>
              <a:ext uri="{FF2B5EF4-FFF2-40B4-BE49-F238E27FC236}">
                <a16:creationId xmlns:a16="http://schemas.microsoft.com/office/drawing/2014/main" id="{6359CCD7-BD66-8105-06C4-5605F638E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5382" y="3496741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AutoShape 62">
            <a:extLst>
              <a:ext uri="{FF2B5EF4-FFF2-40B4-BE49-F238E27FC236}">
                <a16:creationId xmlns:a16="http://schemas.microsoft.com/office/drawing/2014/main" id="{07864CED-58DC-E548-C803-ADD3ED8604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8070" y="3604753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8" name="AutoShape 62">
            <a:extLst>
              <a:ext uri="{FF2B5EF4-FFF2-40B4-BE49-F238E27FC236}">
                <a16:creationId xmlns:a16="http://schemas.microsoft.com/office/drawing/2014/main" id="{733B9380-A440-678D-18A1-0741F7762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983" y="4432845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9" name="AutoShape 62">
            <a:extLst>
              <a:ext uri="{FF2B5EF4-FFF2-40B4-BE49-F238E27FC236}">
                <a16:creationId xmlns:a16="http://schemas.microsoft.com/office/drawing/2014/main" id="{527D37FE-A4CC-5E37-A97D-34074D97A7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983" y="5116921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0" name="AutoShape 62">
            <a:extLst>
              <a:ext uri="{FF2B5EF4-FFF2-40B4-BE49-F238E27FC236}">
                <a16:creationId xmlns:a16="http://schemas.microsoft.com/office/drawing/2014/main" id="{FFBDBFC8-1E33-2F98-64B8-088FB5E59D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983" y="5548969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AutoShape 62">
            <a:extLst>
              <a:ext uri="{FF2B5EF4-FFF2-40B4-BE49-F238E27FC236}">
                <a16:creationId xmlns:a16="http://schemas.microsoft.com/office/drawing/2014/main" id="{C3633815-FB0A-BE39-E42E-342F6AE64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38" y="6809109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07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736548E-2A62-2B5E-F977-14FAC327EE6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9022" b="5053"/>
          <a:stretch/>
        </p:blipFill>
        <p:spPr>
          <a:xfrm>
            <a:off x="220663" y="904156"/>
            <a:ext cx="8353425" cy="444688"/>
          </a:xfrm>
          <a:prstGeom prst="rect">
            <a:avLst/>
          </a:prstGeom>
        </p:spPr>
      </p:pic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DE28696-2731-1B34-6ED7-77E480549A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121554"/>
              </p:ext>
            </p:extLst>
          </p:nvPr>
        </p:nvGraphicFramePr>
        <p:xfrm>
          <a:off x="220663" y="1336501"/>
          <a:ext cx="8353426" cy="247771"/>
        </p:xfrm>
        <a:graphic>
          <a:graphicData uri="http://schemas.openxmlformats.org/drawingml/2006/table">
            <a:tbl>
              <a:tblPr/>
              <a:tblGrid>
                <a:gridCol w="1800783">
                  <a:extLst>
                    <a:ext uri="{9D8B030D-6E8A-4147-A177-3AD203B41FA5}">
                      <a16:colId xmlns:a16="http://schemas.microsoft.com/office/drawing/2014/main" val="2171105928"/>
                    </a:ext>
                  </a:extLst>
                </a:gridCol>
                <a:gridCol w="6552643">
                  <a:extLst>
                    <a:ext uri="{9D8B030D-6E8A-4147-A177-3AD203B41FA5}">
                      <a16:colId xmlns:a16="http://schemas.microsoft.com/office/drawing/2014/main" val="1792920102"/>
                    </a:ext>
                  </a:extLst>
                </a:gridCol>
              </a:tblGrid>
              <a:tr h="247771"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OTT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키</a:t>
                      </a: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7563" rtl="0" eaLnBrk="1" fontAlgn="base" latinLnBrk="1" hangingPunct="1">
                        <a:lnSpc>
                          <a:spcPts val="7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992594"/>
                  </a:ext>
                </a:extLst>
              </a:tr>
            </a:tbl>
          </a:graphicData>
        </a:graphic>
      </p:graphicFrame>
      <p:grpSp>
        <p:nvGrpSpPr>
          <p:cNvPr id="5" name="그룹 4">
            <a:extLst>
              <a:ext uri="{FF2B5EF4-FFF2-40B4-BE49-F238E27FC236}">
                <a16:creationId xmlns:a16="http://schemas.microsoft.com/office/drawing/2014/main" id="{61A53DD6-67D0-F9D1-256C-D5E45EA2F8D8}"/>
              </a:ext>
            </a:extLst>
          </p:cNvPr>
          <p:cNvGrpSpPr/>
          <p:nvPr/>
        </p:nvGrpSpPr>
        <p:grpSpPr>
          <a:xfrm>
            <a:off x="2057451" y="1354607"/>
            <a:ext cx="5686655" cy="215444"/>
            <a:chOff x="3176075" y="2578444"/>
            <a:chExt cx="5015269" cy="215444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6E144F86-D271-1ECE-880A-A4D3F06505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6075" y="2596342"/>
              <a:ext cx="4254935" cy="162000"/>
            </a:xfrm>
            <a:prstGeom prst="rect">
              <a:avLst/>
            </a:prstGeom>
            <a:solidFill>
              <a:sysClr val="window" lastClr="FFFFFF"/>
            </a:solidFill>
            <a:ln w="3175" algn="ctr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lIns="36000" tIns="36000" rIns="36000" bIns="3600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9pPr>
            </a:lstStyle>
            <a:p>
              <a:pPr algn="r" fontAlgn="auto" latinLnBrk="0" hangingPunct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45000"/>
                <a:defRPr/>
              </a:pPr>
              <a:endParaRPr lang="ko-KR" altLang="en-US" sz="800" kern="0" dirty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DC08D17-0989-EC5E-BE66-2E49FF484A31}"/>
                </a:ext>
              </a:extLst>
            </p:cNvPr>
            <p:cNvSpPr txBox="1"/>
            <p:nvPr/>
          </p:nvSpPr>
          <p:spPr>
            <a:xfrm>
              <a:off x="7399256" y="2578444"/>
              <a:ext cx="792088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(00/00 Bytes)</a:t>
              </a:r>
              <a:endParaRPr lang="ko-KR" altLang="en-US" dirty="0">
                <a:latin typeface="+mn-ea"/>
                <a:ea typeface="+mn-ea"/>
              </a:endParaRPr>
            </a:p>
          </p:txBody>
        </p:sp>
      </p:grpSp>
      <p:sp>
        <p:nvSpPr>
          <p:cNvPr id="8" name="AutoShape 62">
            <a:extLst>
              <a:ext uri="{FF2B5EF4-FFF2-40B4-BE49-F238E27FC236}">
                <a16:creationId xmlns:a16="http://schemas.microsoft.com/office/drawing/2014/main" id="{4D933E40-6F2C-1E57-7DF0-D4EF9ECCC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9358" y="1372505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08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A4A3588-F918-8D35-2586-A6F233DA5458}"/>
              </a:ext>
            </a:extLst>
          </p:cNvPr>
          <p:cNvSpPr/>
          <p:nvPr/>
        </p:nvSpPr>
        <p:spPr>
          <a:xfrm>
            <a:off x="11210082" y="58586"/>
            <a:ext cx="3147059" cy="7732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n-US" altLang="ko-KR" sz="900" dirty="0">
                <a:latin typeface="+mn-ea"/>
              </a:rPr>
              <a:t>[2025-03-20 UPDATE]</a:t>
            </a:r>
          </a:p>
          <a:p>
            <a:pPr algn="l"/>
            <a:endParaRPr lang="en-US" altLang="ko-KR" sz="900" dirty="0">
              <a:latin typeface="+mn-ea"/>
            </a:endParaRP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US" altLang="ko-KR" sz="900" dirty="0">
                <a:latin typeface="+mn-ea"/>
              </a:rPr>
              <a:t>&lt;OTT </a:t>
            </a:r>
            <a:r>
              <a:rPr lang="ko-KR" altLang="en-US" sz="900" dirty="0">
                <a:latin typeface="+mn-ea"/>
              </a:rPr>
              <a:t>상품 키</a:t>
            </a:r>
            <a:r>
              <a:rPr lang="en-US" altLang="ko-KR" sz="900" dirty="0">
                <a:latin typeface="+mn-ea"/>
              </a:rPr>
              <a:t>&gt; </a:t>
            </a:r>
            <a:r>
              <a:rPr lang="ko-KR" altLang="en-US" sz="900" dirty="0">
                <a:latin typeface="+mn-ea"/>
              </a:rPr>
              <a:t>항목 추가</a:t>
            </a:r>
            <a:endParaRPr lang="en-US" altLang="ko-KR" sz="900" dirty="0">
              <a:latin typeface="+mn-ea"/>
            </a:endParaRPr>
          </a:p>
        </p:txBody>
      </p:sp>
      <p:grpSp>
        <p:nvGrpSpPr>
          <p:cNvPr id="10" name="Cutout">
            <a:extLst>
              <a:ext uri="{FF2B5EF4-FFF2-40B4-BE49-F238E27FC236}">
                <a16:creationId xmlns:a16="http://schemas.microsoft.com/office/drawing/2014/main" id="{A342CCBE-C8D0-ECDD-6193-7674186BD2E6}"/>
              </a:ext>
            </a:extLst>
          </p:cNvPr>
          <p:cNvGrpSpPr/>
          <p:nvPr/>
        </p:nvGrpSpPr>
        <p:grpSpPr>
          <a:xfrm rot="5400000">
            <a:off x="4307364" y="-3254554"/>
            <a:ext cx="180021" cy="8353425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11" name="Fill">
              <a:extLst>
                <a:ext uri="{FF2B5EF4-FFF2-40B4-BE49-F238E27FC236}">
                  <a16:creationId xmlns:a16="http://schemas.microsoft.com/office/drawing/2014/main" id="{009D13F9-BA79-75DD-CB42-19D333365B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12" name="Border">
              <a:extLst>
                <a:ext uri="{FF2B5EF4-FFF2-40B4-BE49-F238E27FC236}">
                  <a16:creationId xmlns:a16="http://schemas.microsoft.com/office/drawing/2014/main" id="{BAC5D08C-685B-0CC7-E608-F5D993C232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9440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>
            <a:extLst>
              <a:ext uri="{FF2B5EF4-FFF2-40B4-BE49-F238E27FC236}">
                <a16:creationId xmlns:a16="http://schemas.microsoft.com/office/drawing/2014/main" id="{078AC00F-F47A-F2F6-269A-E8A38F385F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29853" b="30378"/>
          <a:stretch/>
        </p:blipFill>
        <p:spPr>
          <a:xfrm>
            <a:off x="208227" y="5098518"/>
            <a:ext cx="8365861" cy="1528829"/>
          </a:xfrm>
          <a:prstGeom prst="rect">
            <a:avLst/>
          </a:prstGeom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210D18D-2084-7AAA-AC41-37CD8F04D9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824801"/>
              </p:ext>
            </p:extLst>
          </p:nvPr>
        </p:nvGraphicFramePr>
        <p:xfrm>
          <a:off x="105617" y="58587"/>
          <a:ext cx="11104465" cy="6908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2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257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0295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5357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상품관리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콘텐츠상품관리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&gt;PPM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복합상품관리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/product/cntsprd/ppm/multiPpmPrdInsert.do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295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5357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PPM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복합상품등록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dirty="0">
                          <a:solidFill>
                            <a:prstClr val="black"/>
                          </a:solidFill>
                          <a:latin typeface="맑은 고딕" pitchFamily="50" charset="-127"/>
                          <a:ea typeface="+mn-ea"/>
                        </a:rPr>
                        <a:t>□ 메인 ■ 서브 □ 레이어  □ 팝업 □ 보고서 □ 기타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295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정호원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" name="Group 139">
            <a:extLst>
              <a:ext uri="{FF2B5EF4-FFF2-40B4-BE49-F238E27FC236}">
                <a16:creationId xmlns:a16="http://schemas.microsoft.com/office/drawing/2014/main" id="{E3A92D86-F28B-DCB6-26D9-33EB350E248B}"/>
              </a:ext>
            </a:extLst>
          </p:cNvPr>
          <p:cNvGraphicFramePr>
            <a:graphicFrameLocks noGrp="1"/>
          </p:cNvGraphicFramePr>
          <p:nvPr/>
        </p:nvGraphicFramePr>
        <p:xfrm>
          <a:off x="8691031" y="1012168"/>
          <a:ext cx="2511718" cy="2774059"/>
        </p:xfrm>
        <a:graphic>
          <a:graphicData uri="http://schemas.openxmlformats.org/drawingml/2006/table">
            <a:tbl>
              <a:tblPr/>
              <a:tblGrid>
                <a:gridCol w="260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1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01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00"/>
                        </a:lnSpc>
                        <a:buFontTx/>
                        <a:buNone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결제창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배너이미지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(PLCC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전용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524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이상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삭제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301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02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00"/>
                        </a:lnSpc>
                        <a:buFontTx/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약관 안내문구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기본약관 안내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5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03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바이트수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 추가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264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04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00"/>
                        </a:lnSpc>
                        <a:buFontTx/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혜택 반환금 안내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신규 추가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선택값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스타일은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&lt;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기본약관 안내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와 동일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454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05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개인정보 안내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신규 추가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선택값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스타일은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&lt;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기본약관 안내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와 동일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695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06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해지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가능여부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신규 추가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기본값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N</a:t>
                      </a: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5968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07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신용카드 사용관리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삭제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655817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254A9C8D-E760-F12A-78EC-FD7054C271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6179" b="45889"/>
          <a:stretch/>
        </p:blipFill>
        <p:spPr>
          <a:xfrm>
            <a:off x="220663" y="976165"/>
            <a:ext cx="8353425" cy="2382672"/>
          </a:xfrm>
          <a:prstGeom prst="rect">
            <a:avLst/>
          </a:prstGeom>
        </p:spPr>
      </p:pic>
      <p:grpSp>
        <p:nvGrpSpPr>
          <p:cNvPr id="5" name="Cutout">
            <a:extLst>
              <a:ext uri="{FF2B5EF4-FFF2-40B4-BE49-F238E27FC236}">
                <a16:creationId xmlns:a16="http://schemas.microsoft.com/office/drawing/2014/main" id="{660D716D-ADCB-776C-8414-01AF4539074B}"/>
              </a:ext>
            </a:extLst>
          </p:cNvPr>
          <p:cNvGrpSpPr/>
          <p:nvPr/>
        </p:nvGrpSpPr>
        <p:grpSpPr>
          <a:xfrm rot="5400000">
            <a:off x="4307364" y="-3184821"/>
            <a:ext cx="180021" cy="8353425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6" name="Fill">
              <a:extLst>
                <a:ext uri="{FF2B5EF4-FFF2-40B4-BE49-F238E27FC236}">
                  <a16:creationId xmlns:a16="http://schemas.microsoft.com/office/drawing/2014/main" id="{604DADC5-8CAB-86BF-A9A3-66C960F9D924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7" name="Border">
              <a:extLst>
                <a:ext uri="{FF2B5EF4-FFF2-40B4-BE49-F238E27FC236}">
                  <a16:creationId xmlns:a16="http://schemas.microsoft.com/office/drawing/2014/main" id="{C5E949E9-29A0-8B8B-7B4C-46EFDBB9BA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6C3B4A19-8870-50B1-EB6F-E8A6261DE8C0}"/>
              </a:ext>
            </a:extLst>
          </p:cNvPr>
          <p:cNvSpPr/>
          <p:nvPr/>
        </p:nvSpPr>
        <p:spPr>
          <a:xfrm>
            <a:off x="238536" y="1660240"/>
            <a:ext cx="8335552" cy="756084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삭제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D75851EE-DD6E-3714-8D49-3C9B9504100A}"/>
              </a:ext>
            </a:extLst>
          </p:cNvPr>
          <p:cNvCxnSpPr>
            <a:cxnSpLocks/>
          </p:cNvCxnSpPr>
          <p:nvPr/>
        </p:nvCxnSpPr>
        <p:spPr>
          <a:xfrm>
            <a:off x="1157350" y="2884376"/>
            <a:ext cx="612068" cy="0"/>
          </a:xfrm>
          <a:prstGeom prst="straightConnector1">
            <a:avLst/>
          </a:prstGeom>
          <a:ln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D459CCC-A545-A82A-1D17-EC84E57E7E4F}"/>
              </a:ext>
            </a:extLst>
          </p:cNvPr>
          <p:cNvSpPr txBox="1"/>
          <p:nvPr/>
        </p:nvSpPr>
        <p:spPr>
          <a:xfrm>
            <a:off x="1877430" y="2776364"/>
            <a:ext cx="15841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05357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문구 변경</a:t>
            </a:r>
            <a:r>
              <a:rPr lang="en-US" altLang="ko-KR" sz="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기본약관 안내</a:t>
            </a:r>
            <a:endParaRPr lang="en-US" altLang="ko-KR" sz="8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1" name="Cutout">
            <a:extLst>
              <a:ext uri="{FF2B5EF4-FFF2-40B4-BE49-F238E27FC236}">
                <a16:creationId xmlns:a16="http://schemas.microsoft.com/office/drawing/2014/main" id="{B557E3D6-E9F9-79BD-1141-741F11C7AD09}"/>
              </a:ext>
            </a:extLst>
          </p:cNvPr>
          <p:cNvGrpSpPr/>
          <p:nvPr/>
        </p:nvGrpSpPr>
        <p:grpSpPr>
          <a:xfrm rot="5400000">
            <a:off x="4307364" y="921911"/>
            <a:ext cx="180023" cy="8353425"/>
            <a:chOff x="6402386" y="1584325"/>
            <a:chExt cx="239715" cy="933450"/>
          </a:xfrm>
          <a:solidFill>
            <a:srgbClr val="FFFFFF"/>
          </a:solidFill>
        </p:grpSpPr>
        <p:sp>
          <p:nvSpPr>
            <p:cNvPr id="12" name="Fill">
              <a:extLst>
                <a:ext uri="{FF2B5EF4-FFF2-40B4-BE49-F238E27FC236}">
                  <a16:creationId xmlns:a16="http://schemas.microsoft.com/office/drawing/2014/main" id="{034A74A4-1D86-1755-8B56-E05AFB707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6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13" name="Border">
              <a:extLst>
                <a:ext uri="{FF2B5EF4-FFF2-40B4-BE49-F238E27FC236}">
                  <a16:creationId xmlns:a16="http://schemas.microsoft.com/office/drawing/2014/main" id="{CFBD6F13-7FF0-6A61-DD81-64D9268973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683525A7-09CF-E1FF-EAD7-2686852824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5025093"/>
              </p:ext>
            </p:extLst>
          </p:nvPr>
        </p:nvGraphicFramePr>
        <p:xfrm>
          <a:off x="220663" y="3352428"/>
          <a:ext cx="8353426" cy="1579919"/>
        </p:xfrm>
        <a:graphic>
          <a:graphicData uri="http://schemas.openxmlformats.org/drawingml/2006/table">
            <a:tbl>
              <a:tblPr/>
              <a:tblGrid>
                <a:gridCol w="1800783">
                  <a:extLst>
                    <a:ext uri="{9D8B030D-6E8A-4147-A177-3AD203B41FA5}">
                      <a16:colId xmlns:a16="http://schemas.microsoft.com/office/drawing/2014/main" val="3814666390"/>
                    </a:ext>
                  </a:extLst>
                </a:gridCol>
                <a:gridCol w="6552643">
                  <a:extLst>
                    <a:ext uri="{9D8B030D-6E8A-4147-A177-3AD203B41FA5}">
                      <a16:colId xmlns:a16="http://schemas.microsoft.com/office/drawing/2014/main" val="342433539"/>
                    </a:ext>
                  </a:extLst>
                </a:gridCol>
              </a:tblGrid>
              <a:tr h="666074"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혜택 반환금 안내</a:t>
                      </a: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7563" rtl="0" eaLnBrk="1" fontAlgn="base" latinLnBrk="1" hangingPunct="1">
                        <a:lnSpc>
                          <a:spcPts val="7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148581"/>
                  </a:ext>
                </a:extLst>
              </a:tr>
              <a:tr h="666074"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개인정보 안내</a:t>
                      </a: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7563" rtl="0" eaLnBrk="1" fontAlgn="base" latinLnBrk="1" hangingPunct="1">
                        <a:lnSpc>
                          <a:spcPts val="7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50918"/>
                  </a:ext>
                </a:extLst>
              </a:tr>
              <a:tr h="247771"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*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해지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가능여부</a:t>
                      </a: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7563" rtl="0" eaLnBrk="1" fontAlgn="base" latinLnBrk="1" hangingPunct="1">
                        <a:lnSpc>
                          <a:spcPts val="7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○ 예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◎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아니오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44225"/>
                  </a:ext>
                </a:extLst>
              </a:tr>
            </a:tbl>
          </a:graphicData>
        </a:graphic>
      </p:graphicFrame>
      <p:grpSp>
        <p:nvGrpSpPr>
          <p:cNvPr id="15" name="그룹 14">
            <a:extLst>
              <a:ext uri="{FF2B5EF4-FFF2-40B4-BE49-F238E27FC236}">
                <a16:creationId xmlns:a16="http://schemas.microsoft.com/office/drawing/2014/main" id="{DEF496BF-8D22-2ABA-626D-14D7941F71B4}"/>
              </a:ext>
            </a:extLst>
          </p:cNvPr>
          <p:cNvGrpSpPr/>
          <p:nvPr/>
        </p:nvGrpSpPr>
        <p:grpSpPr>
          <a:xfrm>
            <a:off x="2057451" y="3424670"/>
            <a:ext cx="5686655" cy="539825"/>
            <a:chOff x="3176075" y="2596342"/>
            <a:chExt cx="5015269" cy="539825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2C18A108-25BF-8E1C-3E1D-2FDE479BE2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6075" y="2596342"/>
              <a:ext cx="4254935" cy="539825"/>
            </a:xfrm>
            <a:prstGeom prst="rect">
              <a:avLst/>
            </a:prstGeom>
            <a:solidFill>
              <a:sysClr val="window" lastClr="FFFFFF"/>
            </a:solidFill>
            <a:ln w="3175" algn="ctr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lIns="36000" tIns="36000" rIns="36000" bIns="3600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9pPr>
            </a:lstStyle>
            <a:p>
              <a:pPr algn="r" fontAlgn="auto" latinLnBrk="0" hangingPunct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45000"/>
                <a:defRPr/>
              </a:pPr>
              <a:endParaRPr lang="ko-KR" altLang="en-US" sz="800" kern="0" dirty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F709B80-AD53-883F-1E73-DFFFB0643621}"/>
                </a:ext>
              </a:extLst>
            </p:cNvPr>
            <p:cNvSpPr txBox="1"/>
            <p:nvPr/>
          </p:nvSpPr>
          <p:spPr>
            <a:xfrm>
              <a:off x="7399256" y="2740124"/>
              <a:ext cx="792088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(00/00 Bytes)</a:t>
              </a:r>
              <a:endParaRPr lang="ko-KR" altLang="en-US" dirty="0">
                <a:latin typeface="+mn-ea"/>
                <a:ea typeface="+mn-ea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E002841C-BC89-10E7-CBAF-9F07045DFDDA}"/>
              </a:ext>
            </a:extLst>
          </p:cNvPr>
          <p:cNvGrpSpPr/>
          <p:nvPr/>
        </p:nvGrpSpPr>
        <p:grpSpPr>
          <a:xfrm>
            <a:off x="2057451" y="4072508"/>
            <a:ext cx="5686655" cy="539825"/>
            <a:chOff x="3176075" y="2596342"/>
            <a:chExt cx="5015269" cy="539825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88FD52C9-932D-D254-BEE9-F4038DD02F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6075" y="2596342"/>
              <a:ext cx="4254935" cy="539825"/>
            </a:xfrm>
            <a:prstGeom prst="rect">
              <a:avLst/>
            </a:prstGeom>
            <a:solidFill>
              <a:sysClr val="window" lastClr="FFFFFF"/>
            </a:solidFill>
            <a:ln w="3175" algn="ctr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lIns="36000" tIns="36000" rIns="36000" bIns="3600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9pPr>
            </a:lstStyle>
            <a:p>
              <a:pPr algn="r" fontAlgn="auto" latinLnBrk="0" hangingPunct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45000"/>
                <a:defRPr/>
              </a:pPr>
              <a:endParaRPr lang="ko-KR" altLang="en-US" sz="800" kern="0" dirty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ED7C069-F29C-BB4B-C533-E8CC5B8A3270}"/>
                </a:ext>
              </a:extLst>
            </p:cNvPr>
            <p:cNvSpPr txBox="1"/>
            <p:nvPr/>
          </p:nvSpPr>
          <p:spPr>
            <a:xfrm>
              <a:off x="7399256" y="2740124"/>
              <a:ext cx="792088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(00/00 Bytes)</a:t>
              </a:r>
              <a:endParaRPr lang="ko-KR" altLang="en-US" sz="800" dirty="0">
                <a:latin typeface="+mn-ea"/>
                <a:ea typeface="+mn-ea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33BB3A31-BBE3-E18B-4B65-33934D392F19}"/>
              </a:ext>
            </a:extLst>
          </p:cNvPr>
          <p:cNvSpPr txBox="1"/>
          <p:nvPr/>
        </p:nvSpPr>
        <p:spPr>
          <a:xfrm>
            <a:off x="6847958" y="2776944"/>
            <a:ext cx="898124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(00/00 Bytes)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7591CE9-8A8D-D1F9-4398-AECB59AEA750}"/>
              </a:ext>
            </a:extLst>
          </p:cNvPr>
          <p:cNvSpPr/>
          <p:nvPr/>
        </p:nvSpPr>
        <p:spPr>
          <a:xfrm>
            <a:off x="238536" y="6052728"/>
            <a:ext cx="8335552" cy="216024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삭제</a:t>
            </a:r>
          </a:p>
        </p:txBody>
      </p:sp>
      <p:sp>
        <p:nvSpPr>
          <p:cNvPr id="23" name="AutoShape 62">
            <a:extLst>
              <a:ext uri="{FF2B5EF4-FFF2-40B4-BE49-F238E27FC236}">
                <a16:creationId xmlns:a16="http://schemas.microsoft.com/office/drawing/2014/main" id="{D75C59CF-C70B-0B75-B266-1971978447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38" y="1660240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AutoShape 62">
            <a:extLst>
              <a:ext uri="{FF2B5EF4-FFF2-40B4-BE49-F238E27FC236}">
                <a16:creationId xmlns:a16="http://schemas.microsoft.com/office/drawing/2014/main" id="{273CB098-DAB3-0262-3236-07EB5D4E50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5382" y="2668352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AutoShape 62">
            <a:extLst>
              <a:ext uri="{FF2B5EF4-FFF2-40B4-BE49-F238E27FC236}">
                <a16:creationId xmlns:a16="http://schemas.microsoft.com/office/drawing/2014/main" id="{5FD799C2-9316-DFF0-5A46-5988B6E238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8070" y="2776364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AutoShape 62">
            <a:extLst>
              <a:ext uri="{FF2B5EF4-FFF2-40B4-BE49-F238E27FC236}">
                <a16:creationId xmlns:a16="http://schemas.microsoft.com/office/drawing/2014/main" id="{321EE120-E18D-8D77-3D0C-04D3A0B0D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983" y="3604456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AutoShape 62">
            <a:extLst>
              <a:ext uri="{FF2B5EF4-FFF2-40B4-BE49-F238E27FC236}">
                <a16:creationId xmlns:a16="http://schemas.microsoft.com/office/drawing/2014/main" id="{4D452DE5-1E7E-4A22-921C-965AD88F6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983" y="4288532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AutoShape 62">
            <a:extLst>
              <a:ext uri="{FF2B5EF4-FFF2-40B4-BE49-F238E27FC236}">
                <a16:creationId xmlns:a16="http://schemas.microsoft.com/office/drawing/2014/main" id="{D1D99FDC-857D-CA81-6BF0-8A8218DD56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983" y="4720580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AutoShape 62">
            <a:extLst>
              <a:ext uri="{FF2B5EF4-FFF2-40B4-BE49-F238E27FC236}">
                <a16:creationId xmlns:a16="http://schemas.microsoft.com/office/drawing/2014/main" id="{23A53D42-07C7-55D7-8418-D6273CCD73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38" y="6052728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07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5468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AB8B4-4DFC-8F16-9D28-54BEDD8D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그림 31">
            <a:extLst>
              <a:ext uri="{FF2B5EF4-FFF2-40B4-BE49-F238E27FC236}">
                <a16:creationId xmlns:a16="http://schemas.microsoft.com/office/drawing/2014/main" id="{CE3DCCF4-917A-4599-07EA-F159009298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9778"/>
          <a:stretch/>
        </p:blipFill>
        <p:spPr>
          <a:xfrm>
            <a:off x="216231" y="5071567"/>
            <a:ext cx="8357857" cy="2124236"/>
          </a:xfrm>
          <a:prstGeom prst="rect">
            <a:avLst/>
          </a:prstGeom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A43EB4A-1290-1A58-989D-A26ACBBD9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6017106"/>
              </p:ext>
            </p:extLst>
          </p:nvPr>
        </p:nvGraphicFramePr>
        <p:xfrm>
          <a:off x="105617" y="58587"/>
          <a:ext cx="11104465" cy="6908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2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257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0295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5357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상품관리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콘텐츠상품관리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&gt;PPM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복합상품관리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/product/cntsprd/ppm/multiPpmPrdUpdate.do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295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5357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PPM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복합상품조회수정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dirty="0">
                          <a:solidFill>
                            <a:prstClr val="black"/>
                          </a:solidFill>
                          <a:latin typeface="맑은 고딕" pitchFamily="50" charset="-127"/>
                          <a:ea typeface="+mn-ea"/>
                        </a:rPr>
                        <a:t>□ 메인 ■ 서브 □ 레이어  □ 팝업 □ 보고서 □ 기타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295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정호원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" name="Group 139">
            <a:extLst>
              <a:ext uri="{FF2B5EF4-FFF2-40B4-BE49-F238E27FC236}">
                <a16:creationId xmlns:a16="http://schemas.microsoft.com/office/drawing/2014/main" id="{499FAC0D-A39D-E2B1-1D13-18AE4ABA2849}"/>
              </a:ext>
            </a:extLst>
          </p:cNvPr>
          <p:cNvGraphicFramePr>
            <a:graphicFrameLocks noGrp="1"/>
          </p:cNvGraphicFramePr>
          <p:nvPr/>
        </p:nvGraphicFramePr>
        <p:xfrm>
          <a:off x="8691031" y="1012168"/>
          <a:ext cx="2511718" cy="2774059"/>
        </p:xfrm>
        <a:graphic>
          <a:graphicData uri="http://schemas.openxmlformats.org/drawingml/2006/table">
            <a:tbl>
              <a:tblPr/>
              <a:tblGrid>
                <a:gridCol w="260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1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01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00"/>
                        </a:lnSpc>
                        <a:buFontTx/>
                        <a:buNone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결제창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배너이미지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(PLCC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전용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524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이상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삭제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301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02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00"/>
                        </a:lnSpc>
                        <a:buFontTx/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약관 안내문구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기본약관 안내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5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03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바이트수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 추가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264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04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00"/>
                        </a:lnSpc>
                        <a:buFontTx/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혜택 반환금 안내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신규 추가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선택값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스타일은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&lt;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기본약관 안내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와 동일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454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05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개인정보 안내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신규 추가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선택값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스타일은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&lt;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기본약관 안내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와 동일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695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06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해지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가능여부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신규 추가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기본값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N</a:t>
                      </a: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5968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07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신용카드 사용관리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삭제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655817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DBF644A0-FCEF-C1B6-DEF4-33E3B5B81B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6179" b="45889"/>
          <a:stretch/>
        </p:blipFill>
        <p:spPr>
          <a:xfrm>
            <a:off x="220663" y="976165"/>
            <a:ext cx="8353425" cy="2382672"/>
          </a:xfrm>
          <a:prstGeom prst="rect">
            <a:avLst/>
          </a:prstGeom>
        </p:spPr>
      </p:pic>
      <p:grpSp>
        <p:nvGrpSpPr>
          <p:cNvPr id="5" name="Cutout">
            <a:extLst>
              <a:ext uri="{FF2B5EF4-FFF2-40B4-BE49-F238E27FC236}">
                <a16:creationId xmlns:a16="http://schemas.microsoft.com/office/drawing/2014/main" id="{27DCA757-F9D1-D877-E799-5C42755D55EB}"/>
              </a:ext>
            </a:extLst>
          </p:cNvPr>
          <p:cNvGrpSpPr/>
          <p:nvPr/>
        </p:nvGrpSpPr>
        <p:grpSpPr>
          <a:xfrm rot="5400000">
            <a:off x="4307364" y="-3184821"/>
            <a:ext cx="180021" cy="8353425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6" name="Fill">
              <a:extLst>
                <a:ext uri="{FF2B5EF4-FFF2-40B4-BE49-F238E27FC236}">
                  <a16:creationId xmlns:a16="http://schemas.microsoft.com/office/drawing/2014/main" id="{D37A5D33-E747-9B25-7C98-3565C28A4704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7" name="Border">
              <a:extLst>
                <a:ext uri="{FF2B5EF4-FFF2-40B4-BE49-F238E27FC236}">
                  <a16:creationId xmlns:a16="http://schemas.microsoft.com/office/drawing/2014/main" id="{F414BC42-F8B8-2D80-D680-528B25B82E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:a16="http://schemas.microsoft.com/office/drawing/2014/main" id="{6406EF53-90EC-C31E-C2EC-C3CECDB314C7}"/>
              </a:ext>
            </a:extLst>
          </p:cNvPr>
          <p:cNvSpPr/>
          <p:nvPr/>
        </p:nvSpPr>
        <p:spPr>
          <a:xfrm>
            <a:off x="238536" y="1660240"/>
            <a:ext cx="8335552" cy="756084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삭제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DE9228D9-B381-A836-381F-A17C8A251BF5}"/>
              </a:ext>
            </a:extLst>
          </p:cNvPr>
          <p:cNvCxnSpPr>
            <a:cxnSpLocks/>
          </p:cNvCxnSpPr>
          <p:nvPr/>
        </p:nvCxnSpPr>
        <p:spPr>
          <a:xfrm>
            <a:off x="1157350" y="2884376"/>
            <a:ext cx="612068" cy="0"/>
          </a:xfrm>
          <a:prstGeom prst="straightConnector1">
            <a:avLst/>
          </a:prstGeom>
          <a:ln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3052ADE-9229-49FF-F155-B6BE90EF3C04}"/>
              </a:ext>
            </a:extLst>
          </p:cNvPr>
          <p:cNvSpPr txBox="1"/>
          <p:nvPr/>
        </p:nvSpPr>
        <p:spPr>
          <a:xfrm>
            <a:off x="1877430" y="2776364"/>
            <a:ext cx="15841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05357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문구 변경</a:t>
            </a:r>
            <a:r>
              <a:rPr lang="en-US" altLang="ko-KR" sz="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기본약관 안내</a:t>
            </a:r>
            <a:endParaRPr lang="en-US" altLang="ko-KR" sz="8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1" name="Cutout">
            <a:extLst>
              <a:ext uri="{FF2B5EF4-FFF2-40B4-BE49-F238E27FC236}">
                <a16:creationId xmlns:a16="http://schemas.microsoft.com/office/drawing/2014/main" id="{2D0D6A18-CB39-2C89-4806-B2507E073289}"/>
              </a:ext>
            </a:extLst>
          </p:cNvPr>
          <p:cNvGrpSpPr/>
          <p:nvPr/>
        </p:nvGrpSpPr>
        <p:grpSpPr>
          <a:xfrm rot="5400000">
            <a:off x="4307364" y="921911"/>
            <a:ext cx="180023" cy="8353425"/>
            <a:chOff x="6402386" y="1584325"/>
            <a:chExt cx="239715" cy="933450"/>
          </a:xfrm>
          <a:solidFill>
            <a:srgbClr val="FFFFFF"/>
          </a:solidFill>
        </p:grpSpPr>
        <p:sp>
          <p:nvSpPr>
            <p:cNvPr id="12" name="Fill">
              <a:extLst>
                <a:ext uri="{FF2B5EF4-FFF2-40B4-BE49-F238E27FC236}">
                  <a16:creationId xmlns:a16="http://schemas.microsoft.com/office/drawing/2014/main" id="{244919D4-7C2F-A469-384D-34A772D0D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6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13" name="Border">
              <a:extLst>
                <a:ext uri="{FF2B5EF4-FFF2-40B4-BE49-F238E27FC236}">
                  <a16:creationId xmlns:a16="http://schemas.microsoft.com/office/drawing/2014/main" id="{0C273252-E873-5F2A-2451-FA5FA21167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D5EACA9F-79E3-E0D7-EC24-FD1658988C52}"/>
              </a:ext>
            </a:extLst>
          </p:cNvPr>
          <p:cNvGraphicFramePr>
            <a:graphicFrameLocks noGrp="1"/>
          </p:cNvGraphicFramePr>
          <p:nvPr/>
        </p:nvGraphicFramePr>
        <p:xfrm>
          <a:off x="220663" y="3352428"/>
          <a:ext cx="8353426" cy="1579919"/>
        </p:xfrm>
        <a:graphic>
          <a:graphicData uri="http://schemas.openxmlformats.org/drawingml/2006/table">
            <a:tbl>
              <a:tblPr/>
              <a:tblGrid>
                <a:gridCol w="1800783">
                  <a:extLst>
                    <a:ext uri="{9D8B030D-6E8A-4147-A177-3AD203B41FA5}">
                      <a16:colId xmlns:a16="http://schemas.microsoft.com/office/drawing/2014/main" val="3814666390"/>
                    </a:ext>
                  </a:extLst>
                </a:gridCol>
                <a:gridCol w="6552643">
                  <a:extLst>
                    <a:ext uri="{9D8B030D-6E8A-4147-A177-3AD203B41FA5}">
                      <a16:colId xmlns:a16="http://schemas.microsoft.com/office/drawing/2014/main" val="342433539"/>
                    </a:ext>
                  </a:extLst>
                </a:gridCol>
              </a:tblGrid>
              <a:tr h="666074"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혜택 반환금 안내</a:t>
                      </a: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7563" rtl="0" eaLnBrk="1" fontAlgn="base" latinLnBrk="1" hangingPunct="1">
                        <a:lnSpc>
                          <a:spcPts val="7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148581"/>
                  </a:ext>
                </a:extLst>
              </a:tr>
              <a:tr h="666074"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개인정보 안내</a:t>
                      </a: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7563" rtl="0" eaLnBrk="1" fontAlgn="base" latinLnBrk="1" hangingPunct="1">
                        <a:lnSpc>
                          <a:spcPts val="7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50918"/>
                  </a:ext>
                </a:extLst>
              </a:tr>
              <a:tr h="247771"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*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해지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가능여부</a:t>
                      </a: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7563" rtl="0" eaLnBrk="1" fontAlgn="base" latinLnBrk="1" hangingPunct="1">
                        <a:lnSpc>
                          <a:spcPts val="7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○ 예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◎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아니오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44225"/>
                  </a:ext>
                </a:extLst>
              </a:tr>
            </a:tbl>
          </a:graphicData>
        </a:graphic>
      </p:graphicFrame>
      <p:grpSp>
        <p:nvGrpSpPr>
          <p:cNvPr id="15" name="그룹 14">
            <a:extLst>
              <a:ext uri="{FF2B5EF4-FFF2-40B4-BE49-F238E27FC236}">
                <a16:creationId xmlns:a16="http://schemas.microsoft.com/office/drawing/2014/main" id="{549B1EB7-A837-0829-0571-66513EFFF47A}"/>
              </a:ext>
            </a:extLst>
          </p:cNvPr>
          <p:cNvGrpSpPr/>
          <p:nvPr/>
        </p:nvGrpSpPr>
        <p:grpSpPr>
          <a:xfrm>
            <a:off x="2057451" y="3424670"/>
            <a:ext cx="5686655" cy="539825"/>
            <a:chOff x="3176075" y="2596342"/>
            <a:chExt cx="5015269" cy="539825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1670498C-8831-FE3B-6C8F-7F8FF8FF69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6075" y="2596342"/>
              <a:ext cx="4254935" cy="539825"/>
            </a:xfrm>
            <a:prstGeom prst="rect">
              <a:avLst/>
            </a:prstGeom>
            <a:solidFill>
              <a:sysClr val="window" lastClr="FFFFFF"/>
            </a:solidFill>
            <a:ln w="3175" algn="ctr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lIns="36000" tIns="36000" rIns="36000" bIns="3600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9pPr>
            </a:lstStyle>
            <a:p>
              <a:pPr algn="r" fontAlgn="auto" latinLnBrk="0" hangingPunct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45000"/>
                <a:defRPr/>
              </a:pPr>
              <a:endParaRPr lang="ko-KR" altLang="en-US" sz="800" kern="0" dirty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18C3836-2D91-818C-D2BD-75A1F58FC233}"/>
                </a:ext>
              </a:extLst>
            </p:cNvPr>
            <p:cNvSpPr txBox="1"/>
            <p:nvPr/>
          </p:nvSpPr>
          <p:spPr>
            <a:xfrm>
              <a:off x="7399256" y="2740124"/>
              <a:ext cx="792088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(00/00 Bytes)</a:t>
              </a:r>
              <a:endParaRPr lang="ko-KR" altLang="en-US" dirty="0">
                <a:latin typeface="+mn-ea"/>
                <a:ea typeface="+mn-ea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F6FCB6E-C2DE-955D-7571-4DAE1624C498}"/>
              </a:ext>
            </a:extLst>
          </p:cNvPr>
          <p:cNvGrpSpPr/>
          <p:nvPr/>
        </p:nvGrpSpPr>
        <p:grpSpPr>
          <a:xfrm>
            <a:off x="2057451" y="4072508"/>
            <a:ext cx="5686655" cy="539825"/>
            <a:chOff x="3176075" y="2596342"/>
            <a:chExt cx="5015269" cy="539825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EB9C1F6D-AE40-FF10-02A8-4FFC2A5B01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6075" y="2596342"/>
              <a:ext cx="4254935" cy="539825"/>
            </a:xfrm>
            <a:prstGeom prst="rect">
              <a:avLst/>
            </a:prstGeom>
            <a:solidFill>
              <a:sysClr val="window" lastClr="FFFFFF"/>
            </a:solidFill>
            <a:ln w="3175" algn="ctr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lIns="36000" tIns="36000" rIns="36000" bIns="3600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9pPr>
            </a:lstStyle>
            <a:p>
              <a:pPr algn="r" fontAlgn="auto" latinLnBrk="0" hangingPunct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45000"/>
                <a:defRPr/>
              </a:pPr>
              <a:endParaRPr lang="ko-KR" altLang="en-US" sz="800" kern="0" dirty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BEA467E-13B8-4F7A-0CED-719B1CEAFA54}"/>
                </a:ext>
              </a:extLst>
            </p:cNvPr>
            <p:cNvSpPr txBox="1"/>
            <p:nvPr/>
          </p:nvSpPr>
          <p:spPr>
            <a:xfrm>
              <a:off x="7399256" y="2740124"/>
              <a:ext cx="792088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(00/00 Bytes)</a:t>
              </a:r>
              <a:endParaRPr lang="ko-KR" altLang="en-US" sz="800" dirty="0">
                <a:latin typeface="+mn-ea"/>
                <a:ea typeface="+mn-ea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903168F-9D89-FD65-6824-1BB89E49146F}"/>
              </a:ext>
            </a:extLst>
          </p:cNvPr>
          <p:cNvSpPr txBox="1"/>
          <p:nvPr/>
        </p:nvSpPr>
        <p:spPr>
          <a:xfrm>
            <a:off x="6847958" y="2776944"/>
            <a:ext cx="898124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(00/00 Bytes)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DA65394-A64D-BFB7-FD41-BF647C1DB137}"/>
              </a:ext>
            </a:extLst>
          </p:cNvPr>
          <p:cNvSpPr/>
          <p:nvPr/>
        </p:nvSpPr>
        <p:spPr>
          <a:xfrm>
            <a:off x="238536" y="6052728"/>
            <a:ext cx="8335552" cy="216024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삭제</a:t>
            </a:r>
          </a:p>
        </p:txBody>
      </p:sp>
      <p:sp>
        <p:nvSpPr>
          <p:cNvPr id="23" name="AutoShape 62">
            <a:extLst>
              <a:ext uri="{FF2B5EF4-FFF2-40B4-BE49-F238E27FC236}">
                <a16:creationId xmlns:a16="http://schemas.microsoft.com/office/drawing/2014/main" id="{3F39F434-8649-3600-3191-104D419A3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38" y="1660240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AutoShape 62">
            <a:extLst>
              <a:ext uri="{FF2B5EF4-FFF2-40B4-BE49-F238E27FC236}">
                <a16:creationId xmlns:a16="http://schemas.microsoft.com/office/drawing/2014/main" id="{DA3F9F49-2A2C-CCF3-95AD-F25976575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5382" y="2668352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AutoShape 62">
            <a:extLst>
              <a:ext uri="{FF2B5EF4-FFF2-40B4-BE49-F238E27FC236}">
                <a16:creationId xmlns:a16="http://schemas.microsoft.com/office/drawing/2014/main" id="{D96F0A26-7DF1-5613-FEDF-C486F8FF9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8070" y="2776364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AutoShape 62">
            <a:extLst>
              <a:ext uri="{FF2B5EF4-FFF2-40B4-BE49-F238E27FC236}">
                <a16:creationId xmlns:a16="http://schemas.microsoft.com/office/drawing/2014/main" id="{5BD3FAB4-581A-A1D3-0CE2-E69132AE6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983" y="3604456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AutoShape 62">
            <a:extLst>
              <a:ext uri="{FF2B5EF4-FFF2-40B4-BE49-F238E27FC236}">
                <a16:creationId xmlns:a16="http://schemas.microsoft.com/office/drawing/2014/main" id="{EE396C72-4F89-BF2B-10CE-818AC9436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983" y="4288532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AutoShape 62">
            <a:extLst>
              <a:ext uri="{FF2B5EF4-FFF2-40B4-BE49-F238E27FC236}">
                <a16:creationId xmlns:a16="http://schemas.microsoft.com/office/drawing/2014/main" id="{3BC4AA11-6D86-654A-0744-C3A333832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983" y="4720580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AutoShape 62">
            <a:extLst>
              <a:ext uri="{FF2B5EF4-FFF2-40B4-BE49-F238E27FC236}">
                <a16:creationId xmlns:a16="http://schemas.microsoft.com/office/drawing/2014/main" id="{01D62723-7B4C-C939-4306-F2B4BDF81D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38" y="6052728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07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19433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BC909F4-98A6-278A-45A6-D5B156A7C1B9}"/>
              </a:ext>
            </a:extLst>
          </p:cNvPr>
          <p:cNvGraphicFramePr>
            <a:graphicFrameLocks noGrp="1"/>
          </p:cNvGraphicFramePr>
          <p:nvPr/>
        </p:nvGraphicFramePr>
        <p:xfrm>
          <a:off x="105617" y="58587"/>
          <a:ext cx="11104465" cy="6908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2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257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0295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5357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상품관리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콘텐츠상품관리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상하관계조회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/product/cntsprd/winpop/ppmPrdInfoPop.do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295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5357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상하관계조회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_PPM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상품조회팝업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dirty="0">
                          <a:solidFill>
                            <a:prstClr val="black"/>
                          </a:solidFill>
                          <a:latin typeface="맑은 고딕" pitchFamily="50" charset="-127"/>
                          <a:ea typeface="+mn-ea"/>
                        </a:rPr>
                        <a:t>□ 메인 □ 서브 □ 레이어  ■ 팝업 □ 보고서 □ 기타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295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정호원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65971D95-0197-E982-38DB-A047E3A2780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179"/>
          <a:stretch/>
        </p:blipFill>
        <p:spPr>
          <a:xfrm>
            <a:off x="220663" y="5123701"/>
            <a:ext cx="8353425" cy="1901135"/>
          </a:xfrm>
          <a:prstGeom prst="rect">
            <a:avLst/>
          </a:prstGeom>
        </p:spPr>
      </p:pic>
      <p:graphicFrame>
        <p:nvGraphicFramePr>
          <p:cNvPr id="5" name="Group 139">
            <a:extLst>
              <a:ext uri="{FF2B5EF4-FFF2-40B4-BE49-F238E27FC236}">
                <a16:creationId xmlns:a16="http://schemas.microsoft.com/office/drawing/2014/main" id="{E41706F0-0D36-B59E-6934-F21A4078BE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288627"/>
              </p:ext>
            </p:extLst>
          </p:nvPr>
        </p:nvGraphicFramePr>
        <p:xfrm>
          <a:off x="8691031" y="1012168"/>
          <a:ext cx="2511718" cy="3233734"/>
        </p:xfrm>
        <a:graphic>
          <a:graphicData uri="http://schemas.openxmlformats.org/drawingml/2006/table">
            <a:tbl>
              <a:tblPr/>
              <a:tblGrid>
                <a:gridCol w="260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1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01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00"/>
                        </a:lnSpc>
                        <a:buFontTx/>
                        <a:buNone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결제창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배너이미지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(PLCC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전용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524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이상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삭제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301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02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00"/>
                        </a:lnSpc>
                        <a:buFontTx/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약관 안내문구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기본약관 안내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5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03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바이트수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 추가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264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04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00"/>
                        </a:lnSpc>
                        <a:buFontTx/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혜택 반환금 안내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신규 추가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선택값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스타일은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&lt;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기본약관 안내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와 동일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ts val="1200"/>
                        </a:lnSpc>
                        <a:buFontTx/>
                        <a:buNone/>
                      </a:pP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 DISABLE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처리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454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05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개인정보 안내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신규 추가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선택값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스타일은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&lt;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기본약관 안내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와 동일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 DISABLE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처리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695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06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해지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가능여부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신규 추가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기본값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N</a:t>
                      </a:r>
                    </a:p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 DISABLE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처리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5968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07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신용카드 사용관리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삭제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655817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0FCED444-5938-B76D-2422-07F0783C70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6179" b="45889"/>
          <a:stretch/>
        </p:blipFill>
        <p:spPr>
          <a:xfrm>
            <a:off x="220663" y="976165"/>
            <a:ext cx="8353425" cy="2382672"/>
          </a:xfrm>
          <a:prstGeom prst="rect">
            <a:avLst/>
          </a:prstGeom>
        </p:spPr>
      </p:pic>
      <p:grpSp>
        <p:nvGrpSpPr>
          <p:cNvPr id="7" name="Cutout">
            <a:extLst>
              <a:ext uri="{FF2B5EF4-FFF2-40B4-BE49-F238E27FC236}">
                <a16:creationId xmlns:a16="http://schemas.microsoft.com/office/drawing/2014/main" id="{F9A44F75-3EC2-F693-E08B-D7F2DEEA66B4}"/>
              </a:ext>
            </a:extLst>
          </p:cNvPr>
          <p:cNvGrpSpPr/>
          <p:nvPr/>
        </p:nvGrpSpPr>
        <p:grpSpPr>
          <a:xfrm rot="5400000">
            <a:off x="4307364" y="-3184821"/>
            <a:ext cx="180021" cy="8353425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11" name="Fill">
              <a:extLst>
                <a:ext uri="{FF2B5EF4-FFF2-40B4-BE49-F238E27FC236}">
                  <a16:creationId xmlns:a16="http://schemas.microsoft.com/office/drawing/2014/main" id="{0BBEFAB9-9802-20A5-D685-EA284894F0D3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13" name="Border">
              <a:extLst>
                <a:ext uri="{FF2B5EF4-FFF2-40B4-BE49-F238E27FC236}">
                  <a16:creationId xmlns:a16="http://schemas.microsoft.com/office/drawing/2014/main" id="{24DBC8C3-CAF5-864A-029E-4B6E77675B2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C0F1139-796D-B521-DA74-7F2CA614ECA5}"/>
              </a:ext>
            </a:extLst>
          </p:cNvPr>
          <p:cNvSpPr/>
          <p:nvPr/>
        </p:nvSpPr>
        <p:spPr>
          <a:xfrm>
            <a:off x="238536" y="1660240"/>
            <a:ext cx="8335552" cy="756084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삭제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5AA7A182-B4A6-1789-62D2-7551C512DBCA}"/>
              </a:ext>
            </a:extLst>
          </p:cNvPr>
          <p:cNvCxnSpPr>
            <a:cxnSpLocks/>
          </p:cNvCxnSpPr>
          <p:nvPr/>
        </p:nvCxnSpPr>
        <p:spPr>
          <a:xfrm>
            <a:off x="1157350" y="2884376"/>
            <a:ext cx="612068" cy="0"/>
          </a:xfrm>
          <a:prstGeom prst="straightConnector1">
            <a:avLst/>
          </a:prstGeom>
          <a:ln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D8ACDC1-E14B-935B-86DF-4027D15E841F}"/>
              </a:ext>
            </a:extLst>
          </p:cNvPr>
          <p:cNvSpPr txBox="1"/>
          <p:nvPr/>
        </p:nvSpPr>
        <p:spPr>
          <a:xfrm>
            <a:off x="1877430" y="2776364"/>
            <a:ext cx="15841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05357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문구 변경</a:t>
            </a:r>
            <a:r>
              <a:rPr lang="en-US" altLang="ko-KR" sz="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기본약관 안내</a:t>
            </a:r>
            <a:endParaRPr lang="en-US" altLang="ko-KR" sz="8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3" name="Cutout">
            <a:extLst>
              <a:ext uri="{FF2B5EF4-FFF2-40B4-BE49-F238E27FC236}">
                <a16:creationId xmlns:a16="http://schemas.microsoft.com/office/drawing/2014/main" id="{8D4861DB-6B58-2B84-A1BF-168A35C380F3}"/>
              </a:ext>
            </a:extLst>
          </p:cNvPr>
          <p:cNvGrpSpPr/>
          <p:nvPr/>
        </p:nvGrpSpPr>
        <p:grpSpPr>
          <a:xfrm rot="5400000">
            <a:off x="4307364" y="921911"/>
            <a:ext cx="180023" cy="8353425"/>
            <a:chOff x="6402386" y="1584325"/>
            <a:chExt cx="239715" cy="933450"/>
          </a:xfrm>
          <a:solidFill>
            <a:srgbClr val="FFFFFF"/>
          </a:solidFill>
        </p:grpSpPr>
        <p:sp>
          <p:nvSpPr>
            <p:cNvPr id="27" name="Fill">
              <a:extLst>
                <a:ext uri="{FF2B5EF4-FFF2-40B4-BE49-F238E27FC236}">
                  <a16:creationId xmlns:a16="http://schemas.microsoft.com/office/drawing/2014/main" id="{3254E0D8-61E3-C691-C752-0FD2996FD1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6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28" name="Border">
              <a:extLst>
                <a:ext uri="{FF2B5EF4-FFF2-40B4-BE49-F238E27FC236}">
                  <a16:creationId xmlns:a16="http://schemas.microsoft.com/office/drawing/2014/main" id="{08B280EE-1315-581C-AE38-AD7540F3FB1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31" name="표 30">
            <a:extLst>
              <a:ext uri="{FF2B5EF4-FFF2-40B4-BE49-F238E27FC236}">
                <a16:creationId xmlns:a16="http://schemas.microsoft.com/office/drawing/2014/main" id="{47382467-E200-12AF-2AE6-954D10FADE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9973990"/>
              </p:ext>
            </p:extLst>
          </p:nvPr>
        </p:nvGraphicFramePr>
        <p:xfrm>
          <a:off x="220663" y="3352428"/>
          <a:ext cx="8353426" cy="1579919"/>
        </p:xfrm>
        <a:graphic>
          <a:graphicData uri="http://schemas.openxmlformats.org/drawingml/2006/table">
            <a:tbl>
              <a:tblPr/>
              <a:tblGrid>
                <a:gridCol w="1764779">
                  <a:extLst>
                    <a:ext uri="{9D8B030D-6E8A-4147-A177-3AD203B41FA5}">
                      <a16:colId xmlns:a16="http://schemas.microsoft.com/office/drawing/2014/main" val="3814666390"/>
                    </a:ext>
                  </a:extLst>
                </a:gridCol>
                <a:gridCol w="6588647">
                  <a:extLst>
                    <a:ext uri="{9D8B030D-6E8A-4147-A177-3AD203B41FA5}">
                      <a16:colId xmlns:a16="http://schemas.microsoft.com/office/drawing/2014/main" val="342433539"/>
                    </a:ext>
                  </a:extLst>
                </a:gridCol>
              </a:tblGrid>
              <a:tr h="666074"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혜택 반환금 안내</a:t>
                      </a: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7563" rtl="0" eaLnBrk="1" fontAlgn="base" latinLnBrk="1" hangingPunct="1">
                        <a:lnSpc>
                          <a:spcPts val="7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148581"/>
                  </a:ext>
                </a:extLst>
              </a:tr>
              <a:tr h="666074"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개인정보 안내</a:t>
                      </a: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7563" rtl="0" eaLnBrk="1" fontAlgn="base" latinLnBrk="1" hangingPunct="1">
                        <a:lnSpc>
                          <a:spcPts val="7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50918"/>
                  </a:ext>
                </a:extLst>
              </a:tr>
              <a:tr h="247771"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*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해지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가능여부</a:t>
                      </a: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7563" rtl="0" eaLnBrk="1" fontAlgn="base" latinLnBrk="1" hangingPunct="1">
                        <a:lnSpc>
                          <a:spcPts val="7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○ 예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◎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아니오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44225"/>
                  </a:ext>
                </a:extLst>
              </a:tr>
            </a:tbl>
          </a:graphicData>
        </a:graphic>
      </p:graphicFrame>
      <p:grpSp>
        <p:nvGrpSpPr>
          <p:cNvPr id="32" name="그룹 31">
            <a:extLst>
              <a:ext uri="{FF2B5EF4-FFF2-40B4-BE49-F238E27FC236}">
                <a16:creationId xmlns:a16="http://schemas.microsoft.com/office/drawing/2014/main" id="{33878FA3-A361-10F3-46F4-AEEBA7F31C94}"/>
              </a:ext>
            </a:extLst>
          </p:cNvPr>
          <p:cNvGrpSpPr/>
          <p:nvPr/>
        </p:nvGrpSpPr>
        <p:grpSpPr>
          <a:xfrm>
            <a:off x="2057451" y="3424670"/>
            <a:ext cx="5686655" cy="539825"/>
            <a:chOff x="3176075" y="2596342"/>
            <a:chExt cx="5015269" cy="539825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34FF7D97-EC31-B764-47F6-9F5A921F57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6075" y="2596342"/>
              <a:ext cx="4254935" cy="5398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 algn="ctr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lIns="36000" tIns="36000" rIns="36000" bIns="3600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9pPr>
            </a:lstStyle>
            <a:p>
              <a:pPr algn="r" fontAlgn="auto" latinLnBrk="0" hangingPunct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45000"/>
                <a:defRPr/>
              </a:pPr>
              <a:endParaRPr lang="ko-KR" altLang="en-US" sz="800" kern="0" dirty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9525A00C-3E78-BC6C-8C98-FE2702AB575D}"/>
                </a:ext>
              </a:extLst>
            </p:cNvPr>
            <p:cNvSpPr txBox="1"/>
            <p:nvPr/>
          </p:nvSpPr>
          <p:spPr>
            <a:xfrm>
              <a:off x="7399256" y="2740124"/>
              <a:ext cx="792088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(00/00 Bytes)</a:t>
              </a:r>
              <a:endParaRPr lang="ko-KR" altLang="en-US" dirty="0">
                <a:latin typeface="+mn-ea"/>
                <a:ea typeface="+mn-ea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3A25FE8C-3BCE-77F7-99CF-8C11784F4E7D}"/>
              </a:ext>
            </a:extLst>
          </p:cNvPr>
          <p:cNvGrpSpPr/>
          <p:nvPr/>
        </p:nvGrpSpPr>
        <p:grpSpPr>
          <a:xfrm>
            <a:off x="2057451" y="4072508"/>
            <a:ext cx="5686655" cy="539825"/>
            <a:chOff x="3176075" y="2596342"/>
            <a:chExt cx="5015269" cy="539825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032E6C81-9FA5-51FD-4A7E-EC113AB2EB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6075" y="2596342"/>
              <a:ext cx="4254935" cy="5398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 algn="ctr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lIns="36000" tIns="36000" rIns="36000" bIns="3600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9pPr>
            </a:lstStyle>
            <a:p>
              <a:pPr algn="r" fontAlgn="auto" latinLnBrk="0" hangingPunct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45000"/>
                <a:defRPr/>
              </a:pPr>
              <a:endParaRPr lang="ko-KR" altLang="en-US" sz="800" kern="0" dirty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8728E83-F019-4459-A3CC-EA4917445024}"/>
                </a:ext>
              </a:extLst>
            </p:cNvPr>
            <p:cNvSpPr txBox="1"/>
            <p:nvPr/>
          </p:nvSpPr>
          <p:spPr>
            <a:xfrm>
              <a:off x="7399256" y="2740124"/>
              <a:ext cx="792088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(00/00 Bytes)</a:t>
              </a:r>
              <a:endParaRPr lang="ko-KR" altLang="en-US" sz="800" dirty="0">
                <a:latin typeface="+mn-ea"/>
                <a:ea typeface="+mn-ea"/>
              </a:endParaRP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8AB6679-489C-A9C6-E35E-883334B128F6}"/>
              </a:ext>
            </a:extLst>
          </p:cNvPr>
          <p:cNvSpPr txBox="1"/>
          <p:nvPr/>
        </p:nvSpPr>
        <p:spPr>
          <a:xfrm>
            <a:off x="6847958" y="2776944"/>
            <a:ext cx="898124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(00/00 Bytes)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DA6EA24-6912-98E3-CCB8-5E05A2F39E7F}"/>
              </a:ext>
            </a:extLst>
          </p:cNvPr>
          <p:cNvSpPr/>
          <p:nvPr/>
        </p:nvSpPr>
        <p:spPr>
          <a:xfrm>
            <a:off x="238536" y="5980720"/>
            <a:ext cx="8335552" cy="216024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삭제</a:t>
            </a:r>
          </a:p>
        </p:txBody>
      </p:sp>
      <p:sp>
        <p:nvSpPr>
          <p:cNvPr id="40" name="AutoShape 62">
            <a:extLst>
              <a:ext uri="{FF2B5EF4-FFF2-40B4-BE49-F238E27FC236}">
                <a16:creationId xmlns:a16="http://schemas.microsoft.com/office/drawing/2014/main" id="{60F4C9A2-DDB2-A500-4E45-C97F04112D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38" y="1660240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AutoShape 62">
            <a:extLst>
              <a:ext uri="{FF2B5EF4-FFF2-40B4-BE49-F238E27FC236}">
                <a16:creationId xmlns:a16="http://schemas.microsoft.com/office/drawing/2014/main" id="{B42A429C-CC7E-5B61-9FB2-C4E27F2C5B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5382" y="2668352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AutoShape 62">
            <a:extLst>
              <a:ext uri="{FF2B5EF4-FFF2-40B4-BE49-F238E27FC236}">
                <a16:creationId xmlns:a16="http://schemas.microsoft.com/office/drawing/2014/main" id="{46DD59CB-C58A-4D04-D681-D0D386E53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8070" y="2776364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AutoShape 62">
            <a:extLst>
              <a:ext uri="{FF2B5EF4-FFF2-40B4-BE49-F238E27FC236}">
                <a16:creationId xmlns:a16="http://schemas.microsoft.com/office/drawing/2014/main" id="{FAC582EF-6496-9165-B245-EFB6CFDC26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983" y="3604456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AutoShape 62">
            <a:extLst>
              <a:ext uri="{FF2B5EF4-FFF2-40B4-BE49-F238E27FC236}">
                <a16:creationId xmlns:a16="http://schemas.microsoft.com/office/drawing/2014/main" id="{E4BD9CA4-AE04-721E-F705-592AD1C61C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983" y="4288532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AutoShape 62">
            <a:extLst>
              <a:ext uri="{FF2B5EF4-FFF2-40B4-BE49-F238E27FC236}">
                <a16:creationId xmlns:a16="http://schemas.microsoft.com/office/drawing/2014/main" id="{A3CDD306-781B-0D08-2FFE-9EA3095C9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983" y="4720580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6" name="AutoShape 62">
            <a:extLst>
              <a:ext uri="{FF2B5EF4-FFF2-40B4-BE49-F238E27FC236}">
                <a16:creationId xmlns:a16="http://schemas.microsoft.com/office/drawing/2014/main" id="{324E11DD-9C6F-B256-BEA3-26E750BAF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38" y="5980720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07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846454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9D0B5-06CB-B6AF-0204-C94357BA8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B94A3B5-D0BF-779A-599B-37FA7C86A30A}"/>
              </a:ext>
            </a:extLst>
          </p:cNvPr>
          <p:cNvGraphicFramePr>
            <a:graphicFrameLocks noGrp="1"/>
          </p:cNvGraphicFramePr>
          <p:nvPr/>
        </p:nvGraphicFramePr>
        <p:xfrm>
          <a:off x="105617" y="58587"/>
          <a:ext cx="11104465" cy="6908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2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257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0295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5357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상품관리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콘텐츠상품관리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상하관계조회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/product/cntsprd/winpop/multiPpmPrdInfoPop.do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295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5357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상하관계조회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_PPM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복합상품조회팝업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dirty="0">
                          <a:solidFill>
                            <a:prstClr val="black"/>
                          </a:solidFill>
                          <a:latin typeface="맑은 고딕" pitchFamily="50" charset="-127"/>
                          <a:ea typeface="+mn-ea"/>
                        </a:rPr>
                        <a:t>□ 메인 □ 서브 □ 레이어  ■ 팝업 □ 보고서 □ 기타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295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정호원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61955BD9-73E8-FC5D-5F51-DAF084D30A1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9778"/>
          <a:stretch/>
        </p:blipFill>
        <p:spPr>
          <a:xfrm>
            <a:off x="216231" y="5071567"/>
            <a:ext cx="8357857" cy="2124236"/>
          </a:xfrm>
          <a:prstGeom prst="rect">
            <a:avLst/>
          </a:prstGeom>
        </p:spPr>
      </p:pic>
      <p:graphicFrame>
        <p:nvGraphicFramePr>
          <p:cNvPr id="4" name="Group 139">
            <a:extLst>
              <a:ext uri="{FF2B5EF4-FFF2-40B4-BE49-F238E27FC236}">
                <a16:creationId xmlns:a16="http://schemas.microsoft.com/office/drawing/2014/main" id="{A953C612-FD89-AFA9-AF40-49ED492F95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3490124"/>
              </p:ext>
            </p:extLst>
          </p:nvPr>
        </p:nvGraphicFramePr>
        <p:xfrm>
          <a:off x="8691031" y="1012168"/>
          <a:ext cx="2511718" cy="3690934"/>
        </p:xfrm>
        <a:graphic>
          <a:graphicData uri="http://schemas.openxmlformats.org/drawingml/2006/table">
            <a:tbl>
              <a:tblPr/>
              <a:tblGrid>
                <a:gridCol w="260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1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01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00"/>
                        </a:lnSpc>
                        <a:buFontTx/>
                        <a:buNone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결제창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배너이미지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(PLCC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전용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524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이상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삭제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301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02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00"/>
                        </a:lnSpc>
                        <a:buFontTx/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약관 안내문구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기본약관 안내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5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03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바이트수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 추가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264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04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00"/>
                        </a:lnSpc>
                        <a:buFontTx/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혜택 반환금 안내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신규 추가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선택값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스타일은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&lt;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기본약관 안내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와 동일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 DISABLE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처리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454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05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개인정보 안내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신규 추가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선택값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스타일은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&lt;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기본약관 안내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와 동일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ts val="1200"/>
                        </a:lnSpc>
                        <a:buFontTx/>
                        <a:buNone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 DISABLE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처리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695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06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해지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가능여부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신규 추가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기본값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N</a:t>
                      </a:r>
                    </a:p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 DISABLE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처리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59688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07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신용카드 사용관리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항목 삭제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655817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7A1FC4F1-8903-05B3-7765-1AFD488713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6179" b="45889"/>
          <a:stretch/>
        </p:blipFill>
        <p:spPr>
          <a:xfrm>
            <a:off x="220663" y="976165"/>
            <a:ext cx="8353425" cy="2382672"/>
          </a:xfrm>
          <a:prstGeom prst="rect">
            <a:avLst/>
          </a:prstGeom>
        </p:spPr>
      </p:pic>
      <p:grpSp>
        <p:nvGrpSpPr>
          <p:cNvPr id="7" name="Cutout">
            <a:extLst>
              <a:ext uri="{FF2B5EF4-FFF2-40B4-BE49-F238E27FC236}">
                <a16:creationId xmlns:a16="http://schemas.microsoft.com/office/drawing/2014/main" id="{CACCFDE8-892E-7C1B-C8C7-84EAEAFDE705}"/>
              </a:ext>
            </a:extLst>
          </p:cNvPr>
          <p:cNvGrpSpPr/>
          <p:nvPr/>
        </p:nvGrpSpPr>
        <p:grpSpPr>
          <a:xfrm rot="5400000">
            <a:off x="4307364" y="-3184821"/>
            <a:ext cx="180021" cy="8353425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11" name="Fill">
              <a:extLst>
                <a:ext uri="{FF2B5EF4-FFF2-40B4-BE49-F238E27FC236}">
                  <a16:creationId xmlns:a16="http://schemas.microsoft.com/office/drawing/2014/main" id="{662B2D86-1874-0B7E-5B3F-F7C1898A4140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13" name="Border">
              <a:extLst>
                <a:ext uri="{FF2B5EF4-FFF2-40B4-BE49-F238E27FC236}">
                  <a16:creationId xmlns:a16="http://schemas.microsoft.com/office/drawing/2014/main" id="{44C76AB0-B07E-647D-0FAF-D80CE7C463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DE1182E-C0BA-A5CA-D3BE-5D41F003602E}"/>
              </a:ext>
            </a:extLst>
          </p:cNvPr>
          <p:cNvSpPr/>
          <p:nvPr/>
        </p:nvSpPr>
        <p:spPr>
          <a:xfrm>
            <a:off x="238536" y="1660240"/>
            <a:ext cx="8335552" cy="756084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삭제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B84B37FC-747F-3A77-E1E2-19D7E2BED493}"/>
              </a:ext>
            </a:extLst>
          </p:cNvPr>
          <p:cNvCxnSpPr>
            <a:cxnSpLocks/>
          </p:cNvCxnSpPr>
          <p:nvPr/>
        </p:nvCxnSpPr>
        <p:spPr>
          <a:xfrm>
            <a:off x="1157350" y="2884376"/>
            <a:ext cx="612068" cy="0"/>
          </a:xfrm>
          <a:prstGeom prst="straightConnector1">
            <a:avLst/>
          </a:prstGeom>
          <a:ln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458FE50-28B9-03F9-976E-C5E4066AAFE1}"/>
              </a:ext>
            </a:extLst>
          </p:cNvPr>
          <p:cNvSpPr txBox="1"/>
          <p:nvPr/>
        </p:nvSpPr>
        <p:spPr>
          <a:xfrm>
            <a:off x="1877430" y="2776364"/>
            <a:ext cx="15841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05357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문구 변경</a:t>
            </a:r>
            <a:r>
              <a:rPr lang="en-US" altLang="ko-KR" sz="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기본약관 안내</a:t>
            </a:r>
            <a:endParaRPr lang="en-US" altLang="ko-KR" sz="8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6" name="Cutout">
            <a:extLst>
              <a:ext uri="{FF2B5EF4-FFF2-40B4-BE49-F238E27FC236}">
                <a16:creationId xmlns:a16="http://schemas.microsoft.com/office/drawing/2014/main" id="{D09EE9FF-C3FD-3179-CA3B-660894305EB3}"/>
              </a:ext>
            </a:extLst>
          </p:cNvPr>
          <p:cNvGrpSpPr/>
          <p:nvPr/>
        </p:nvGrpSpPr>
        <p:grpSpPr>
          <a:xfrm rot="5400000">
            <a:off x="4307364" y="921911"/>
            <a:ext cx="180023" cy="8353425"/>
            <a:chOff x="6402386" y="1584325"/>
            <a:chExt cx="239715" cy="933450"/>
          </a:xfrm>
          <a:solidFill>
            <a:srgbClr val="FFFFFF"/>
          </a:solidFill>
        </p:grpSpPr>
        <p:sp>
          <p:nvSpPr>
            <p:cNvPr id="27" name="Fill">
              <a:extLst>
                <a:ext uri="{FF2B5EF4-FFF2-40B4-BE49-F238E27FC236}">
                  <a16:creationId xmlns:a16="http://schemas.microsoft.com/office/drawing/2014/main" id="{78A4EDFE-503D-D7B1-E827-FE6EB53BB8E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6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28" name="Border">
              <a:extLst>
                <a:ext uri="{FF2B5EF4-FFF2-40B4-BE49-F238E27FC236}">
                  <a16:creationId xmlns:a16="http://schemas.microsoft.com/office/drawing/2014/main" id="{DE6D6562-E279-F0F9-CACD-A30ED81D0D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9904DD65-044F-0924-F564-1955696CB3D6}"/>
              </a:ext>
            </a:extLst>
          </p:cNvPr>
          <p:cNvGraphicFramePr>
            <a:graphicFrameLocks noGrp="1"/>
          </p:cNvGraphicFramePr>
          <p:nvPr/>
        </p:nvGraphicFramePr>
        <p:xfrm>
          <a:off x="220663" y="3352428"/>
          <a:ext cx="8353426" cy="1579919"/>
        </p:xfrm>
        <a:graphic>
          <a:graphicData uri="http://schemas.openxmlformats.org/drawingml/2006/table">
            <a:tbl>
              <a:tblPr/>
              <a:tblGrid>
                <a:gridCol w="1800783">
                  <a:extLst>
                    <a:ext uri="{9D8B030D-6E8A-4147-A177-3AD203B41FA5}">
                      <a16:colId xmlns:a16="http://schemas.microsoft.com/office/drawing/2014/main" val="3814666390"/>
                    </a:ext>
                  </a:extLst>
                </a:gridCol>
                <a:gridCol w="6552643">
                  <a:extLst>
                    <a:ext uri="{9D8B030D-6E8A-4147-A177-3AD203B41FA5}">
                      <a16:colId xmlns:a16="http://schemas.microsoft.com/office/drawing/2014/main" val="342433539"/>
                    </a:ext>
                  </a:extLst>
                </a:gridCol>
              </a:tblGrid>
              <a:tr h="666074"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혜택 반환금 안내</a:t>
                      </a: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7563" rtl="0" eaLnBrk="1" fontAlgn="base" latinLnBrk="1" hangingPunct="1">
                        <a:lnSpc>
                          <a:spcPts val="7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148581"/>
                  </a:ext>
                </a:extLst>
              </a:tr>
              <a:tr h="666074"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개인정보 안내</a:t>
                      </a: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7563" rtl="0" eaLnBrk="1" fontAlgn="base" latinLnBrk="1" hangingPunct="1">
                        <a:lnSpc>
                          <a:spcPts val="7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50918"/>
                  </a:ext>
                </a:extLst>
              </a:tr>
              <a:tr h="247771"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*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해지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가능여부</a:t>
                      </a: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7563" rtl="0" eaLnBrk="1" fontAlgn="base" latinLnBrk="1" hangingPunct="1">
                        <a:lnSpc>
                          <a:spcPts val="7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○ 예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◎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아니오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44225"/>
                  </a:ext>
                </a:extLst>
              </a:tr>
            </a:tbl>
          </a:graphicData>
        </a:graphic>
      </p:graphicFrame>
      <p:grpSp>
        <p:nvGrpSpPr>
          <p:cNvPr id="30" name="그룹 29">
            <a:extLst>
              <a:ext uri="{FF2B5EF4-FFF2-40B4-BE49-F238E27FC236}">
                <a16:creationId xmlns:a16="http://schemas.microsoft.com/office/drawing/2014/main" id="{B07CB894-1ABA-1FB2-4B57-33F0A21E31EB}"/>
              </a:ext>
            </a:extLst>
          </p:cNvPr>
          <p:cNvGrpSpPr/>
          <p:nvPr/>
        </p:nvGrpSpPr>
        <p:grpSpPr>
          <a:xfrm>
            <a:off x="2057451" y="3424670"/>
            <a:ext cx="5686655" cy="539825"/>
            <a:chOff x="3176075" y="2596342"/>
            <a:chExt cx="5015269" cy="539825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616220AB-9688-B292-A0E3-9AF3D34BA1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6075" y="2596342"/>
              <a:ext cx="4254935" cy="539825"/>
            </a:xfrm>
            <a:prstGeom prst="rect">
              <a:avLst/>
            </a:prstGeom>
            <a:solidFill>
              <a:sysClr val="window" lastClr="FFFFFF"/>
            </a:solidFill>
            <a:ln w="3175" algn="ctr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lIns="36000" tIns="36000" rIns="36000" bIns="3600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9pPr>
            </a:lstStyle>
            <a:p>
              <a:pPr algn="r" fontAlgn="auto" latinLnBrk="0" hangingPunct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45000"/>
                <a:defRPr/>
              </a:pPr>
              <a:endParaRPr lang="ko-KR" altLang="en-US" sz="800" kern="0" dirty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C24A132-EBD6-F76C-FCC4-7071EDA6CA6E}"/>
                </a:ext>
              </a:extLst>
            </p:cNvPr>
            <p:cNvSpPr txBox="1"/>
            <p:nvPr/>
          </p:nvSpPr>
          <p:spPr>
            <a:xfrm>
              <a:off x="7399256" y="2740124"/>
              <a:ext cx="792088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(00/00 Bytes)</a:t>
              </a:r>
              <a:endParaRPr lang="ko-KR" altLang="en-US" dirty="0">
                <a:latin typeface="+mn-ea"/>
                <a:ea typeface="+mn-ea"/>
              </a:endParaRPr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0948D83D-425F-AABA-B95D-E44E1164B37E}"/>
              </a:ext>
            </a:extLst>
          </p:cNvPr>
          <p:cNvGrpSpPr/>
          <p:nvPr/>
        </p:nvGrpSpPr>
        <p:grpSpPr>
          <a:xfrm>
            <a:off x="2057451" y="4072508"/>
            <a:ext cx="5686655" cy="539825"/>
            <a:chOff x="3176075" y="2596342"/>
            <a:chExt cx="5015269" cy="539825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BE6A5105-6B8C-BB0F-E652-698CA5EBB9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6075" y="2596342"/>
              <a:ext cx="4254935" cy="539825"/>
            </a:xfrm>
            <a:prstGeom prst="rect">
              <a:avLst/>
            </a:prstGeom>
            <a:solidFill>
              <a:sysClr val="window" lastClr="FFFFFF"/>
            </a:solidFill>
            <a:ln w="3175" algn="ctr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lIns="36000" tIns="36000" rIns="36000" bIns="3600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9pPr>
            </a:lstStyle>
            <a:p>
              <a:pPr algn="r" fontAlgn="auto" latinLnBrk="0" hangingPunct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45000"/>
                <a:defRPr/>
              </a:pPr>
              <a:endParaRPr lang="ko-KR" altLang="en-US" sz="800" kern="0" dirty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CE987F2-6E1D-4BD8-7655-D2E781BE0E1F}"/>
                </a:ext>
              </a:extLst>
            </p:cNvPr>
            <p:cNvSpPr txBox="1"/>
            <p:nvPr/>
          </p:nvSpPr>
          <p:spPr>
            <a:xfrm>
              <a:off x="7399256" y="2740124"/>
              <a:ext cx="792088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(00/00 Bytes)</a:t>
              </a:r>
              <a:endParaRPr lang="ko-KR" altLang="en-US" sz="800" dirty="0">
                <a:latin typeface="+mn-ea"/>
                <a:ea typeface="+mn-ea"/>
              </a:endParaRPr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5D068429-267F-D067-1D2F-A02CD828C92A}"/>
              </a:ext>
            </a:extLst>
          </p:cNvPr>
          <p:cNvSpPr txBox="1"/>
          <p:nvPr/>
        </p:nvSpPr>
        <p:spPr>
          <a:xfrm>
            <a:off x="6847958" y="2776944"/>
            <a:ext cx="898124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(00/00 Bytes)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AA29403-4071-5ADA-4A2C-4C1F467988D8}"/>
              </a:ext>
            </a:extLst>
          </p:cNvPr>
          <p:cNvSpPr/>
          <p:nvPr/>
        </p:nvSpPr>
        <p:spPr>
          <a:xfrm>
            <a:off x="238536" y="6052728"/>
            <a:ext cx="8335552" cy="216024"/>
          </a:xfrm>
          <a:prstGeom prst="rect">
            <a:avLst/>
          </a:prstGeom>
          <a:solidFill>
            <a:srgbClr val="FF000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/>
              <a:t>삭제</a:t>
            </a:r>
          </a:p>
        </p:txBody>
      </p:sp>
      <p:sp>
        <p:nvSpPr>
          <p:cNvPr id="38" name="AutoShape 62">
            <a:extLst>
              <a:ext uri="{FF2B5EF4-FFF2-40B4-BE49-F238E27FC236}">
                <a16:creationId xmlns:a16="http://schemas.microsoft.com/office/drawing/2014/main" id="{B7C535D0-043C-F612-86E5-EE8F8FC45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38" y="1660240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AutoShape 62">
            <a:extLst>
              <a:ext uri="{FF2B5EF4-FFF2-40B4-BE49-F238E27FC236}">
                <a16:creationId xmlns:a16="http://schemas.microsoft.com/office/drawing/2014/main" id="{C502CF36-2FC8-EAE5-977D-7EC5CA31F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5382" y="2668352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0" name="AutoShape 62">
            <a:extLst>
              <a:ext uri="{FF2B5EF4-FFF2-40B4-BE49-F238E27FC236}">
                <a16:creationId xmlns:a16="http://schemas.microsoft.com/office/drawing/2014/main" id="{754A6CAA-7CAD-E69A-C668-2F8EA05F4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8070" y="2776364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AutoShape 62">
            <a:extLst>
              <a:ext uri="{FF2B5EF4-FFF2-40B4-BE49-F238E27FC236}">
                <a16:creationId xmlns:a16="http://schemas.microsoft.com/office/drawing/2014/main" id="{F45B2111-6A2E-25D3-36B7-FFCD386586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983" y="3604456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AutoShape 62">
            <a:extLst>
              <a:ext uri="{FF2B5EF4-FFF2-40B4-BE49-F238E27FC236}">
                <a16:creationId xmlns:a16="http://schemas.microsoft.com/office/drawing/2014/main" id="{2A6F3DB4-364E-A2F8-9D5A-A3AF51973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983" y="4288532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3" name="AutoShape 62">
            <a:extLst>
              <a:ext uri="{FF2B5EF4-FFF2-40B4-BE49-F238E27FC236}">
                <a16:creationId xmlns:a16="http://schemas.microsoft.com/office/drawing/2014/main" id="{F3E59CF8-5C51-F37F-1F4D-100649D3B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983" y="4720580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4" name="AutoShape 62">
            <a:extLst>
              <a:ext uri="{FF2B5EF4-FFF2-40B4-BE49-F238E27FC236}">
                <a16:creationId xmlns:a16="http://schemas.microsoft.com/office/drawing/2014/main" id="{DA6004AE-A027-C4FA-1C4C-E50CA131F2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38" y="6052728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07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16250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1CB2B-1DEA-185A-8699-29F1BAC5E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61A6CCC-5D9F-2A6E-A6E7-35213CBB3729}"/>
              </a:ext>
            </a:extLst>
          </p:cNvPr>
          <p:cNvGraphicFramePr>
            <a:graphicFrameLocks noGrp="1"/>
          </p:cNvGraphicFramePr>
          <p:nvPr/>
        </p:nvGraphicFramePr>
        <p:xfrm>
          <a:off x="105617" y="58587"/>
          <a:ext cx="11104465" cy="6908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2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257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0295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5357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상품관리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콘텐츠상품관리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상하관계조회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/product/cntsprd/winpop/chnPpmPrdInfoPop.do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295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5357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상하관계조회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채널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PPM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상품조회팝업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dirty="0">
                          <a:solidFill>
                            <a:prstClr val="black"/>
                          </a:solidFill>
                          <a:latin typeface="맑은 고딕" pitchFamily="50" charset="-127"/>
                          <a:ea typeface="+mn-ea"/>
                        </a:rPr>
                        <a:t>□ 메인 □ 서브 □ 레이어  ■ 팝업 □ 보고서 □ 기타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295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정호원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6DCE4970-4644-E274-7E68-98DF5E7041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040" b="73659"/>
          <a:stretch/>
        </p:blipFill>
        <p:spPr>
          <a:xfrm>
            <a:off x="204928" y="1087381"/>
            <a:ext cx="8369160" cy="1592445"/>
          </a:xfrm>
          <a:prstGeom prst="rect">
            <a:avLst/>
          </a:prstGeom>
        </p:spPr>
      </p:pic>
      <p:graphicFrame>
        <p:nvGraphicFramePr>
          <p:cNvPr id="4" name="Group 139">
            <a:extLst>
              <a:ext uri="{FF2B5EF4-FFF2-40B4-BE49-F238E27FC236}">
                <a16:creationId xmlns:a16="http://schemas.microsoft.com/office/drawing/2014/main" id="{E17645E0-DADD-086E-31AD-AF3E574C6711}"/>
              </a:ext>
            </a:extLst>
          </p:cNvPr>
          <p:cNvGraphicFramePr>
            <a:graphicFrameLocks noGrp="1"/>
          </p:cNvGraphicFramePr>
          <p:nvPr/>
        </p:nvGraphicFramePr>
        <p:xfrm>
          <a:off x="8691031" y="1012168"/>
          <a:ext cx="2511718" cy="357749"/>
        </p:xfrm>
        <a:graphic>
          <a:graphicData uri="http://schemas.openxmlformats.org/drawingml/2006/table">
            <a:tbl>
              <a:tblPr/>
              <a:tblGrid>
                <a:gridCol w="260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1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01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00"/>
                        </a:lnSpc>
                        <a:buFontTx/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약관 안내문구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기본약관 안내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301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02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바이트수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 추가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5232"/>
                  </a:ext>
                </a:extLst>
              </a:tr>
            </a:tbl>
          </a:graphicData>
        </a:graphic>
      </p:graphicFrame>
      <p:grpSp>
        <p:nvGrpSpPr>
          <p:cNvPr id="6" name="Cutout">
            <a:extLst>
              <a:ext uri="{FF2B5EF4-FFF2-40B4-BE49-F238E27FC236}">
                <a16:creationId xmlns:a16="http://schemas.microsoft.com/office/drawing/2014/main" id="{86FB2D6B-D525-34A7-A972-A391022BA37A}"/>
              </a:ext>
            </a:extLst>
          </p:cNvPr>
          <p:cNvGrpSpPr/>
          <p:nvPr/>
        </p:nvGrpSpPr>
        <p:grpSpPr>
          <a:xfrm rot="5400000">
            <a:off x="4307364" y="-3184821"/>
            <a:ext cx="180021" cy="8353425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7" name="Fill">
              <a:extLst>
                <a:ext uri="{FF2B5EF4-FFF2-40B4-BE49-F238E27FC236}">
                  <a16:creationId xmlns:a16="http://schemas.microsoft.com/office/drawing/2014/main" id="{841BB713-AF9E-0430-751A-EF305B3180FF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13" name="Border">
              <a:extLst>
                <a:ext uri="{FF2B5EF4-FFF2-40B4-BE49-F238E27FC236}">
                  <a16:creationId xmlns:a16="http://schemas.microsoft.com/office/drawing/2014/main" id="{8439B727-D5CF-546F-B930-2B5411DFA9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</p:grpSp>
      <p:grpSp>
        <p:nvGrpSpPr>
          <p:cNvPr id="14" name="Cutout">
            <a:extLst>
              <a:ext uri="{FF2B5EF4-FFF2-40B4-BE49-F238E27FC236}">
                <a16:creationId xmlns:a16="http://schemas.microsoft.com/office/drawing/2014/main" id="{855B956D-2F09-8E4C-D6C3-7E663BDE7203}"/>
              </a:ext>
            </a:extLst>
          </p:cNvPr>
          <p:cNvGrpSpPr/>
          <p:nvPr/>
        </p:nvGrpSpPr>
        <p:grpSpPr>
          <a:xfrm rot="5400000">
            <a:off x="4307364" y="-1490358"/>
            <a:ext cx="180021" cy="8353425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20" name="Fill">
              <a:extLst>
                <a:ext uri="{FF2B5EF4-FFF2-40B4-BE49-F238E27FC236}">
                  <a16:creationId xmlns:a16="http://schemas.microsoft.com/office/drawing/2014/main" id="{28D6209C-CBA6-654B-769C-AF3F6487F2D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26" name="Border">
              <a:extLst>
                <a:ext uri="{FF2B5EF4-FFF2-40B4-BE49-F238E27FC236}">
                  <a16:creationId xmlns:a16="http://schemas.microsoft.com/office/drawing/2014/main" id="{9026D12F-EF82-9894-DDAB-3345DD9244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</p:grp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061A96A5-66EF-5049-3AB4-1BF4C2300826}"/>
              </a:ext>
            </a:extLst>
          </p:cNvPr>
          <p:cNvCxnSpPr>
            <a:cxnSpLocks/>
          </p:cNvCxnSpPr>
          <p:nvPr/>
        </p:nvCxnSpPr>
        <p:spPr>
          <a:xfrm>
            <a:off x="1157350" y="2128292"/>
            <a:ext cx="612068" cy="0"/>
          </a:xfrm>
          <a:prstGeom prst="straightConnector1">
            <a:avLst/>
          </a:prstGeom>
          <a:ln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D78B0F3-FEA0-801F-6FBE-79325AC2D78A}"/>
              </a:ext>
            </a:extLst>
          </p:cNvPr>
          <p:cNvSpPr txBox="1"/>
          <p:nvPr/>
        </p:nvSpPr>
        <p:spPr>
          <a:xfrm>
            <a:off x="1877430" y="2020280"/>
            <a:ext cx="15841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05357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문구 변경</a:t>
            </a:r>
            <a:r>
              <a:rPr lang="en-US" altLang="ko-KR" sz="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기본약관 안내</a:t>
            </a:r>
            <a:endParaRPr lang="en-US" altLang="ko-KR" sz="8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3A9080-1A40-3ECC-D332-D704FECE713F}"/>
              </a:ext>
            </a:extLst>
          </p:cNvPr>
          <p:cNvSpPr txBox="1"/>
          <p:nvPr/>
        </p:nvSpPr>
        <p:spPr>
          <a:xfrm>
            <a:off x="6847958" y="1876844"/>
            <a:ext cx="898124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(00/00 Bytes)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0" name="AutoShape 62">
            <a:extLst>
              <a:ext uri="{FF2B5EF4-FFF2-40B4-BE49-F238E27FC236}">
                <a16:creationId xmlns:a16="http://schemas.microsoft.com/office/drawing/2014/main" id="{CB9F265B-BB3C-710C-4BCE-4B3A0A45F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5382" y="1912268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AutoShape 62">
            <a:extLst>
              <a:ext uri="{FF2B5EF4-FFF2-40B4-BE49-F238E27FC236}">
                <a16:creationId xmlns:a16="http://schemas.microsoft.com/office/drawing/2014/main" id="{28B7BE70-5477-6ABC-49CD-ACFFBE20C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8070" y="1876264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57170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7370B-47C9-9DFF-6491-1110A0311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13CF5B8-60AE-5040-17C7-FBB1DDE9269C}"/>
              </a:ext>
            </a:extLst>
          </p:cNvPr>
          <p:cNvGraphicFramePr>
            <a:graphicFrameLocks noGrp="1"/>
          </p:cNvGraphicFramePr>
          <p:nvPr/>
        </p:nvGraphicFramePr>
        <p:xfrm>
          <a:off x="105617" y="58587"/>
          <a:ext cx="11104465" cy="6908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2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257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0295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5357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상품관리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콘텐츠상품관리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상하관계조회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/product/cntsprd/winpop/multiPrdInfoPop.do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295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5357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상하관계조회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_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채널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PPM</a:t>
                      </a:r>
                      <a:r>
                        <a:rPr lang="ko-KR" altLang="en-US" sz="9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복합상품조회팝업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dirty="0">
                          <a:solidFill>
                            <a:prstClr val="black"/>
                          </a:solidFill>
                          <a:latin typeface="맑은 고딕" pitchFamily="50" charset="-127"/>
                          <a:ea typeface="+mn-ea"/>
                        </a:rPr>
                        <a:t>□ 메인 □ 서브 □ 레이어  ■ 팝업 □ 보고서 □ 기타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295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정호원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E06EBCF6-F411-D72A-670A-66E7C9FCA1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179" b="51157"/>
          <a:stretch/>
        </p:blipFill>
        <p:spPr>
          <a:xfrm>
            <a:off x="220663" y="976164"/>
            <a:ext cx="8353425" cy="1477325"/>
          </a:xfrm>
          <a:prstGeom prst="rect">
            <a:avLst/>
          </a:prstGeom>
        </p:spPr>
      </p:pic>
      <p:graphicFrame>
        <p:nvGraphicFramePr>
          <p:cNvPr id="5" name="Group 139">
            <a:extLst>
              <a:ext uri="{FF2B5EF4-FFF2-40B4-BE49-F238E27FC236}">
                <a16:creationId xmlns:a16="http://schemas.microsoft.com/office/drawing/2014/main" id="{E18A9A9A-81CD-AB0D-04E7-DC1AB906A8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6721947"/>
              </p:ext>
            </p:extLst>
          </p:nvPr>
        </p:nvGraphicFramePr>
        <p:xfrm>
          <a:off x="8691031" y="1012168"/>
          <a:ext cx="2511718" cy="3029210"/>
        </p:xfrm>
        <a:graphic>
          <a:graphicData uri="http://schemas.openxmlformats.org/drawingml/2006/table">
            <a:tbl>
              <a:tblPr/>
              <a:tblGrid>
                <a:gridCol w="260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1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01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00"/>
                        </a:lnSpc>
                        <a:buFontTx/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약관 안내문구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기본약관 안내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301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02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바이트수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 추가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5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03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00"/>
                        </a:lnSpc>
                        <a:buFontTx/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혜택 반환금 안내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신규 추가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선택값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스타일은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&lt;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기본약관 안내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와 동일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ts val="1200"/>
                        </a:lnSpc>
                        <a:buFontTx/>
                        <a:buNone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 DISABLE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처리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264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04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개인정보 안내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신규 추가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선택값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스타일은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&lt;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기본약관 안내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와 동일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algn="l">
                        <a:lnSpc>
                          <a:spcPts val="1200"/>
                        </a:lnSpc>
                        <a:buFontTx/>
                        <a:buNone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 DISABLE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처리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454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05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해지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가능여부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신규 추가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기본값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N</a:t>
                      </a:r>
                    </a:p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 DISABLE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처리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695961"/>
                  </a:ext>
                </a:extLst>
              </a:tr>
            </a:tbl>
          </a:graphicData>
        </a:graphic>
      </p:graphicFrame>
      <p:grpSp>
        <p:nvGrpSpPr>
          <p:cNvPr id="6" name="Cutout">
            <a:extLst>
              <a:ext uri="{FF2B5EF4-FFF2-40B4-BE49-F238E27FC236}">
                <a16:creationId xmlns:a16="http://schemas.microsoft.com/office/drawing/2014/main" id="{F0988EDB-75ED-C6F8-E28C-DF69318A1E7E}"/>
              </a:ext>
            </a:extLst>
          </p:cNvPr>
          <p:cNvGrpSpPr/>
          <p:nvPr/>
        </p:nvGrpSpPr>
        <p:grpSpPr>
          <a:xfrm rot="5400000">
            <a:off x="4307364" y="-3184821"/>
            <a:ext cx="180021" cy="8353425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7" name="Fill">
              <a:extLst>
                <a:ext uri="{FF2B5EF4-FFF2-40B4-BE49-F238E27FC236}">
                  <a16:creationId xmlns:a16="http://schemas.microsoft.com/office/drawing/2014/main" id="{26335A1C-5C0E-BA12-3FC3-1DDCB4018163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13" name="Border">
              <a:extLst>
                <a:ext uri="{FF2B5EF4-FFF2-40B4-BE49-F238E27FC236}">
                  <a16:creationId xmlns:a16="http://schemas.microsoft.com/office/drawing/2014/main" id="{91A27395-DE19-C995-3627-1273258249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</p:grp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BA9E2265-CFBE-A653-467F-5F0514799352}"/>
              </a:ext>
            </a:extLst>
          </p:cNvPr>
          <p:cNvCxnSpPr>
            <a:cxnSpLocks/>
          </p:cNvCxnSpPr>
          <p:nvPr/>
        </p:nvCxnSpPr>
        <p:spPr>
          <a:xfrm>
            <a:off x="1157350" y="2020280"/>
            <a:ext cx="612068" cy="0"/>
          </a:xfrm>
          <a:prstGeom prst="straightConnector1">
            <a:avLst/>
          </a:prstGeom>
          <a:ln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56B890D-5A66-B5C1-D157-1F5A813E663E}"/>
              </a:ext>
            </a:extLst>
          </p:cNvPr>
          <p:cNvSpPr txBox="1"/>
          <p:nvPr/>
        </p:nvSpPr>
        <p:spPr>
          <a:xfrm>
            <a:off x="1877430" y="1912268"/>
            <a:ext cx="15841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05357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문구 변경</a:t>
            </a:r>
            <a:r>
              <a:rPr lang="en-US" altLang="ko-KR" sz="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기본약관 안내</a:t>
            </a:r>
            <a:endParaRPr lang="en-US" altLang="ko-KR" sz="8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0D29639B-1474-5206-1B41-CEDC60B84CA9}"/>
              </a:ext>
            </a:extLst>
          </p:cNvPr>
          <p:cNvGraphicFramePr>
            <a:graphicFrameLocks noGrp="1"/>
          </p:cNvGraphicFramePr>
          <p:nvPr/>
        </p:nvGraphicFramePr>
        <p:xfrm>
          <a:off x="220663" y="2452328"/>
          <a:ext cx="8353426" cy="1579919"/>
        </p:xfrm>
        <a:graphic>
          <a:graphicData uri="http://schemas.openxmlformats.org/drawingml/2006/table">
            <a:tbl>
              <a:tblPr/>
              <a:tblGrid>
                <a:gridCol w="1800783">
                  <a:extLst>
                    <a:ext uri="{9D8B030D-6E8A-4147-A177-3AD203B41FA5}">
                      <a16:colId xmlns:a16="http://schemas.microsoft.com/office/drawing/2014/main" val="3814666390"/>
                    </a:ext>
                  </a:extLst>
                </a:gridCol>
                <a:gridCol w="6552643">
                  <a:extLst>
                    <a:ext uri="{9D8B030D-6E8A-4147-A177-3AD203B41FA5}">
                      <a16:colId xmlns:a16="http://schemas.microsoft.com/office/drawing/2014/main" val="342433539"/>
                    </a:ext>
                  </a:extLst>
                </a:gridCol>
              </a:tblGrid>
              <a:tr h="666074"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혜택 반환금 안내</a:t>
                      </a: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7563" rtl="0" eaLnBrk="1" fontAlgn="base" latinLnBrk="1" hangingPunct="1">
                        <a:lnSpc>
                          <a:spcPts val="7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148581"/>
                  </a:ext>
                </a:extLst>
              </a:tr>
              <a:tr h="666074"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개인정보 안내</a:t>
                      </a: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7563" rtl="0" eaLnBrk="1" fontAlgn="base" latinLnBrk="1" hangingPunct="1">
                        <a:lnSpc>
                          <a:spcPts val="7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50918"/>
                  </a:ext>
                </a:extLst>
              </a:tr>
              <a:tr h="247771"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*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해지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가능여부</a:t>
                      </a: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7563" rtl="0" eaLnBrk="1" fontAlgn="base" latinLnBrk="1" hangingPunct="1">
                        <a:lnSpc>
                          <a:spcPts val="7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○ 예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◎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아니오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4422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DCB15075-812E-45AD-EE4A-AC63EB98195D}"/>
              </a:ext>
            </a:extLst>
          </p:cNvPr>
          <p:cNvGrpSpPr/>
          <p:nvPr/>
        </p:nvGrpSpPr>
        <p:grpSpPr>
          <a:xfrm>
            <a:off x="2057451" y="2524570"/>
            <a:ext cx="5686655" cy="539825"/>
            <a:chOff x="3176075" y="2596342"/>
            <a:chExt cx="5015269" cy="539825"/>
          </a:xfrm>
        </p:grpSpPr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2C6AA561-D12D-5AC7-18BB-55A4B98E1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6075" y="2596342"/>
              <a:ext cx="4254935" cy="5398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 algn="ctr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lIns="36000" tIns="36000" rIns="36000" bIns="3600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9pPr>
            </a:lstStyle>
            <a:p>
              <a:pPr algn="r" fontAlgn="auto" latinLnBrk="0" hangingPunct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45000"/>
                <a:defRPr/>
              </a:pPr>
              <a:endParaRPr lang="ko-KR" altLang="en-US" sz="800" kern="0" dirty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844DF4F-8CEF-7F86-E03C-F10A38723FEE}"/>
                </a:ext>
              </a:extLst>
            </p:cNvPr>
            <p:cNvSpPr txBox="1"/>
            <p:nvPr/>
          </p:nvSpPr>
          <p:spPr>
            <a:xfrm>
              <a:off x="7399256" y="2740124"/>
              <a:ext cx="792088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(00/00 Bytes)</a:t>
              </a:r>
              <a:endParaRPr lang="ko-KR" altLang="en-US" dirty="0">
                <a:latin typeface="+mn-ea"/>
                <a:ea typeface="+mn-ea"/>
              </a:endParaRP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355393C2-5599-E970-B0BC-E8E67F8B15FE}"/>
              </a:ext>
            </a:extLst>
          </p:cNvPr>
          <p:cNvGrpSpPr/>
          <p:nvPr/>
        </p:nvGrpSpPr>
        <p:grpSpPr>
          <a:xfrm>
            <a:off x="2057451" y="3172408"/>
            <a:ext cx="5686655" cy="539825"/>
            <a:chOff x="3176075" y="2596342"/>
            <a:chExt cx="5015269" cy="539825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B72D208A-0402-DDBE-1CCD-9F34522F2A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6075" y="2596342"/>
              <a:ext cx="4254935" cy="53982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 algn="ctr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lIns="36000" tIns="36000" rIns="36000" bIns="3600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9pPr>
            </a:lstStyle>
            <a:p>
              <a:pPr algn="r" fontAlgn="auto" latinLnBrk="0" hangingPunct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45000"/>
                <a:defRPr/>
              </a:pPr>
              <a:endParaRPr lang="ko-KR" altLang="en-US" sz="800" kern="0" dirty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EB87607-3E84-6B0C-34D7-4FFDC88E7F8F}"/>
                </a:ext>
              </a:extLst>
            </p:cNvPr>
            <p:cNvSpPr txBox="1"/>
            <p:nvPr/>
          </p:nvSpPr>
          <p:spPr>
            <a:xfrm>
              <a:off x="7399256" y="2740124"/>
              <a:ext cx="792088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(00/00 Bytes)</a:t>
              </a:r>
              <a:endParaRPr lang="ko-KR" altLang="en-US" sz="800" dirty="0">
                <a:latin typeface="+mn-ea"/>
                <a:ea typeface="+mn-ea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05762DB3-838C-9899-6732-D406424A88F6}"/>
              </a:ext>
            </a:extLst>
          </p:cNvPr>
          <p:cNvSpPr txBox="1"/>
          <p:nvPr/>
        </p:nvSpPr>
        <p:spPr>
          <a:xfrm>
            <a:off x="6847958" y="1912848"/>
            <a:ext cx="898124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(00/00 Bytes)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4" name="AutoShape 62">
            <a:extLst>
              <a:ext uri="{FF2B5EF4-FFF2-40B4-BE49-F238E27FC236}">
                <a16:creationId xmlns:a16="http://schemas.microsoft.com/office/drawing/2014/main" id="{B94A98B8-BE9B-942C-A1E2-410B27AEF5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5382" y="1804256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AutoShape 62">
            <a:extLst>
              <a:ext uri="{FF2B5EF4-FFF2-40B4-BE49-F238E27FC236}">
                <a16:creationId xmlns:a16="http://schemas.microsoft.com/office/drawing/2014/main" id="{D0CC2681-D749-CDD1-769A-95007D351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8070" y="1912268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AutoShape 62">
            <a:extLst>
              <a:ext uri="{FF2B5EF4-FFF2-40B4-BE49-F238E27FC236}">
                <a16:creationId xmlns:a16="http://schemas.microsoft.com/office/drawing/2014/main" id="{38EB54B1-D287-A49E-1B64-50D966847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983" y="2704356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AutoShape 62">
            <a:extLst>
              <a:ext uri="{FF2B5EF4-FFF2-40B4-BE49-F238E27FC236}">
                <a16:creationId xmlns:a16="http://schemas.microsoft.com/office/drawing/2014/main" id="{DEF84E88-AEC4-F102-F533-589599602F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983" y="3388432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AutoShape 62">
            <a:extLst>
              <a:ext uri="{FF2B5EF4-FFF2-40B4-BE49-F238E27FC236}">
                <a16:creationId xmlns:a16="http://schemas.microsoft.com/office/drawing/2014/main" id="{887396BA-585B-946C-B9AB-3FF34255C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983" y="3820480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0" name="Cutout">
            <a:extLst>
              <a:ext uri="{FF2B5EF4-FFF2-40B4-BE49-F238E27FC236}">
                <a16:creationId xmlns:a16="http://schemas.microsoft.com/office/drawing/2014/main" id="{95F7691D-85F0-2ACF-BCEA-26151F3EC50C}"/>
              </a:ext>
            </a:extLst>
          </p:cNvPr>
          <p:cNvGrpSpPr/>
          <p:nvPr/>
        </p:nvGrpSpPr>
        <p:grpSpPr>
          <a:xfrm rot="5400000">
            <a:off x="4307364" y="21811"/>
            <a:ext cx="180023" cy="8353425"/>
            <a:chOff x="6402386" y="1584325"/>
            <a:chExt cx="239715" cy="933450"/>
          </a:xfrm>
          <a:solidFill>
            <a:srgbClr val="FFFFFF"/>
          </a:solidFill>
        </p:grpSpPr>
        <p:sp>
          <p:nvSpPr>
            <p:cNvPr id="41" name="Fill">
              <a:extLst>
                <a:ext uri="{FF2B5EF4-FFF2-40B4-BE49-F238E27FC236}">
                  <a16:creationId xmlns:a16="http://schemas.microsoft.com/office/drawing/2014/main" id="{9B69EC0F-8F82-8DA5-44C9-DAE770BA150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6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42" name="Border">
              <a:extLst>
                <a:ext uri="{FF2B5EF4-FFF2-40B4-BE49-F238E27FC236}">
                  <a16:creationId xmlns:a16="http://schemas.microsoft.com/office/drawing/2014/main" id="{285D27FA-8E02-874E-EA23-F57646D9851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05584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84D081A-ED71-D220-3339-559C28C4FC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318899"/>
              </p:ext>
            </p:extLst>
          </p:nvPr>
        </p:nvGraphicFramePr>
        <p:xfrm>
          <a:off x="105617" y="58587"/>
          <a:ext cx="11104465" cy="6908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2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257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0295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5357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상품관리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채널상품관리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채널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PPM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상품관리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/product/chnprd/chnPpmPrdInsert.do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295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5357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채널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PPM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상품등록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dirty="0">
                          <a:solidFill>
                            <a:prstClr val="black"/>
                          </a:solidFill>
                          <a:latin typeface="맑은 고딕" pitchFamily="50" charset="-127"/>
                          <a:ea typeface="+mn-ea"/>
                        </a:rPr>
                        <a:t>□ 메인 ■ 서브 □ 레이어  □ 팝업 □ 보고서 □ 기타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295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정호원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" name="Group 139">
            <a:extLst>
              <a:ext uri="{FF2B5EF4-FFF2-40B4-BE49-F238E27FC236}">
                <a16:creationId xmlns:a16="http://schemas.microsoft.com/office/drawing/2014/main" id="{12C13B99-A84F-473A-49B7-6C3BA3381E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7647993"/>
              </p:ext>
            </p:extLst>
          </p:nvPr>
        </p:nvGraphicFramePr>
        <p:xfrm>
          <a:off x="8691031" y="1012168"/>
          <a:ext cx="2511718" cy="357749"/>
        </p:xfrm>
        <a:graphic>
          <a:graphicData uri="http://schemas.openxmlformats.org/drawingml/2006/table">
            <a:tbl>
              <a:tblPr/>
              <a:tblGrid>
                <a:gridCol w="260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1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01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00"/>
                        </a:lnSpc>
                        <a:buFontTx/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약관 안내문구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기본약관 안내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301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02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바이트수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 추가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5232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1FF9E21E-991C-DD1B-3ACC-285ACF57D2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179"/>
          <a:stretch/>
        </p:blipFill>
        <p:spPr>
          <a:xfrm>
            <a:off x="220663" y="1084263"/>
            <a:ext cx="8353425" cy="5549566"/>
          </a:xfrm>
          <a:prstGeom prst="rect">
            <a:avLst/>
          </a:prstGeom>
        </p:spPr>
      </p:pic>
      <p:grpSp>
        <p:nvGrpSpPr>
          <p:cNvPr id="6" name="Cutout">
            <a:extLst>
              <a:ext uri="{FF2B5EF4-FFF2-40B4-BE49-F238E27FC236}">
                <a16:creationId xmlns:a16="http://schemas.microsoft.com/office/drawing/2014/main" id="{A9C4CDD8-332F-434B-1F91-83A1DE47D620}"/>
              </a:ext>
            </a:extLst>
          </p:cNvPr>
          <p:cNvGrpSpPr/>
          <p:nvPr/>
        </p:nvGrpSpPr>
        <p:grpSpPr>
          <a:xfrm rot="5400000">
            <a:off x="4307364" y="-3184821"/>
            <a:ext cx="180021" cy="8353425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7" name="Fill">
              <a:extLst>
                <a:ext uri="{FF2B5EF4-FFF2-40B4-BE49-F238E27FC236}">
                  <a16:creationId xmlns:a16="http://schemas.microsoft.com/office/drawing/2014/main" id="{C9F4C63E-7D81-FD08-D436-2DF2298507BD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8" name="Border">
              <a:extLst>
                <a:ext uri="{FF2B5EF4-FFF2-40B4-BE49-F238E27FC236}">
                  <a16:creationId xmlns:a16="http://schemas.microsoft.com/office/drawing/2014/main" id="{F5F0328D-6D00-EC19-997C-A520D1C6BB3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</p:grpSp>
      <p:grpSp>
        <p:nvGrpSpPr>
          <p:cNvPr id="9" name="Cutout">
            <a:extLst>
              <a:ext uri="{FF2B5EF4-FFF2-40B4-BE49-F238E27FC236}">
                <a16:creationId xmlns:a16="http://schemas.microsoft.com/office/drawing/2014/main" id="{0B703D3C-FDB5-98DF-6BFB-AB86CE3ED734}"/>
              </a:ext>
            </a:extLst>
          </p:cNvPr>
          <p:cNvGrpSpPr/>
          <p:nvPr/>
        </p:nvGrpSpPr>
        <p:grpSpPr>
          <a:xfrm rot="5400000">
            <a:off x="4307364" y="2650100"/>
            <a:ext cx="180021" cy="8353425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10" name="Fill">
              <a:extLst>
                <a:ext uri="{FF2B5EF4-FFF2-40B4-BE49-F238E27FC236}">
                  <a16:creationId xmlns:a16="http://schemas.microsoft.com/office/drawing/2014/main" id="{FEF492D9-4533-9760-96F3-A6082A5E91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11" name="Border">
              <a:extLst>
                <a:ext uri="{FF2B5EF4-FFF2-40B4-BE49-F238E27FC236}">
                  <a16:creationId xmlns:a16="http://schemas.microsoft.com/office/drawing/2014/main" id="{00FB699C-7565-8910-D11A-FF83C022FD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</p:grp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16C2379E-0C2F-ECDA-71EA-43C071693DAF}"/>
              </a:ext>
            </a:extLst>
          </p:cNvPr>
          <p:cNvCxnSpPr>
            <a:cxnSpLocks/>
          </p:cNvCxnSpPr>
          <p:nvPr/>
        </p:nvCxnSpPr>
        <p:spPr>
          <a:xfrm>
            <a:off x="1157350" y="2128292"/>
            <a:ext cx="612068" cy="0"/>
          </a:xfrm>
          <a:prstGeom prst="straightConnector1">
            <a:avLst/>
          </a:prstGeom>
          <a:ln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0E48C1E-467E-9B51-26EB-1DF872AD8971}"/>
              </a:ext>
            </a:extLst>
          </p:cNvPr>
          <p:cNvSpPr txBox="1"/>
          <p:nvPr/>
        </p:nvSpPr>
        <p:spPr>
          <a:xfrm>
            <a:off x="1877430" y="2020280"/>
            <a:ext cx="15841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05357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문구 변경</a:t>
            </a:r>
            <a:r>
              <a:rPr lang="en-US" altLang="ko-KR" sz="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기본약관 안내</a:t>
            </a:r>
            <a:endParaRPr lang="en-US" altLang="ko-KR" sz="8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11239E-B836-F85F-2B51-5E383D619A7E}"/>
              </a:ext>
            </a:extLst>
          </p:cNvPr>
          <p:cNvSpPr txBox="1"/>
          <p:nvPr/>
        </p:nvSpPr>
        <p:spPr>
          <a:xfrm>
            <a:off x="6847958" y="1876844"/>
            <a:ext cx="898124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(00/00 Bytes)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15" name="AutoShape 62">
            <a:extLst>
              <a:ext uri="{FF2B5EF4-FFF2-40B4-BE49-F238E27FC236}">
                <a16:creationId xmlns:a16="http://schemas.microsoft.com/office/drawing/2014/main" id="{7CCA7A3C-7EA7-5E05-151D-CC091FA59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5382" y="1912268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AutoShape 62">
            <a:extLst>
              <a:ext uri="{FF2B5EF4-FFF2-40B4-BE49-F238E27FC236}">
                <a16:creationId xmlns:a16="http://schemas.microsoft.com/office/drawing/2014/main" id="{765AF239-7E24-E01B-F48A-8FE1A79EE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8070" y="1876264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7604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B4670-A219-8DD2-1D07-6DC5CAC9D6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CC699DB1-C484-0D0D-E365-B80CB8EA03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040"/>
          <a:stretch/>
        </p:blipFill>
        <p:spPr>
          <a:xfrm>
            <a:off x="204928" y="1087381"/>
            <a:ext cx="8369160" cy="6045467"/>
          </a:xfrm>
          <a:prstGeom prst="rect">
            <a:avLst/>
          </a:prstGeom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AED2BF5-FB77-4D92-91D8-32BCB01161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5420796"/>
              </p:ext>
            </p:extLst>
          </p:nvPr>
        </p:nvGraphicFramePr>
        <p:xfrm>
          <a:off x="105617" y="58587"/>
          <a:ext cx="11104465" cy="6908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2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257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0295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5357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상품관리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채널상품관리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채널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PPM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상품관리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/product/chnprd/chnPpmPrdUpdate.do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295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5357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채널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PPM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상품조회수정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dirty="0">
                          <a:solidFill>
                            <a:prstClr val="black"/>
                          </a:solidFill>
                          <a:latin typeface="맑은 고딕" pitchFamily="50" charset="-127"/>
                          <a:ea typeface="+mn-ea"/>
                        </a:rPr>
                        <a:t>□ 메인 ■ 서브 □ 레이어  □ 팝업 □ 보고서 □ 기타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295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정호원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" name="Group 139">
            <a:extLst>
              <a:ext uri="{FF2B5EF4-FFF2-40B4-BE49-F238E27FC236}">
                <a16:creationId xmlns:a16="http://schemas.microsoft.com/office/drawing/2014/main" id="{0EA4AE0B-3315-CE7E-8578-7CFDA2C0A716}"/>
              </a:ext>
            </a:extLst>
          </p:cNvPr>
          <p:cNvGraphicFramePr>
            <a:graphicFrameLocks noGrp="1"/>
          </p:cNvGraphicFramePr>
          <p:nvPr/>
        </p:nvGraphicFramePr>
        <p:xfrm>
          <a:off x="8691031" y="1012168"/>
          <a:ext cx="2511718" cy="357749"/>
        </p:xfrm>
        <a:graphic>
          <a:graphicData uri="http://schemas.openxmlformats.org/drawingml/2006/table">
            <a:tbl>
              <a:tblPr/>
              <a:tblGrid>
                <a:gridCol w="260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1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01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00"/>
                        </a:lnSpc>
                        <a:buFontTx/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약관 안내문구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기본약관 안내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301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02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바이트수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 추가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5232"/>
                  </a:ext>
                </a:extLst>
              </a:tr>
            </a:tbl>
          </a:graphicData>
        </a:graphic>
      </p:graphicFrame>
      <p:grpSp>
        <p:nvGrpSpPr>
          <p:cNvPr id="6" name="Cutout">
            <a:extLst>
              <a:ext uri="{FF2B5EF4-FFF2-40B4-BE49-F238E27FC236}">
                <a16:creationId xmlns:a16="http://schemas.microsoft.com/office/drawing/2014/main" id="{19E57416-B4F0-83E2-7DAA-63F6CDB1CF56}"/>
              </a:ext>
            </a:extLst>
          </p:cNvPr>
          <p:cNvGrpSpPr/>
          <p:nvPr/>
        </p:nvGrpSpPr>
        <p:grpSpPr>
          <a:xfrm rot="5400000">
            <a:off x="4307364" y="-3184821"/>
            <a:ext cx="180021" cy="8353425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7" name="Fill">
              <a:extLst>
                <a:ext uri="{FF2B5EF4-FFF2-40B4-BE49-F238E27FC236}">
                  <a16:creationId xmlns:a16="http://schemas.microsoft.com/office/drawing/2014/main" id="{E9E40241-2C89-8331-6189-ED8868CD133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8" name="Border">
              <a:extLst>
                <a:ext uri="{FF2B5EF4-FFF2-40B4-BE49-F238E27FC236}">
                  <a16:creationId xmlns:a16="http://schemas.microsoft.com/office/drawing/2014/main" id="{32AF1891-B83B-70F0-F254-F7B45806E5D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</p:grpSp>
      <p:grpSp>
        <p:nvGrpSpPr>
          <p:cNvPr id="9" name="Cutout">
            <a:extLst>
              <a:ext uri="{FF2B5EF4-FFF2-40B4-BE49-F238E27FC236}">
                <a16:creationId xmlns:a16="http://schemas.microsoft.com/office/drawing/2014/main" id="{508271FF-0095-900A-FD59-DE8BE9EDD102}"/>
              </a:ext>
            </a:extLst>
          </p:cNvPr>
          <p:cNvGrpSpPr/>
          <p:nvPr/>
        </p:nvGrpSpPr>
        <p:grpSpPr>
          <a:xfrm rot="5400000">
            <a:off x="4307364" y="3082148"/>
            <a:ext cx="180021" cy="8353425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10" name="Fill">
              <a:extLst>
                <a:ext uri="{FF2B5EF4-FFF2-40B4-BE49-F238E27FC236}">
                  <a16:creationId xmlns:a16="http://schemas.microsoft.com/office/drawing/2014/main" id="{13C8DB3A-F6F9-8870-1742-6A9084EBA7B3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11" name="Border">
              <a:extLst>
                <a:ext uri="{FF2B5EF4-FFF2-40B4-BE49-F238E27FC236}">
                  <a16:creationId xmlns:a16="http://schemas.microsoft.com/office/drawing/2014/main" id="{5F88F0C2-A939-C9F5-0FB2-EC7B09443D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</p:grp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ED6D05D9-BDCC-16D0-CFA5-12C3F0133734}"/>
              </a:ext>
            </a:extLst>
          </p:cNvPr>
          <p:cNvCxnSpPr>
            <a:cxnSpLocks/>
          </p:cNvCxnSpPr>
          <p:nvPr/>
        </p:nvCxnSpPr>
        <p:spPr>
          <a:xfrm>
            <a:off x="1157350" y="2128292"/>
            <a:ext cx="612068" cy="0"/>
          </a:xfrm>
          <a:prstGeom prst="straightConnector1">
            <a:avLst/>
          </a:prstGeom>
          <a:ln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1098501-DBCA-68E3-B5EA-5C339B386EB8}"/>
              </a:ext>
            </a:extLst>
          </p:cNvPr>
          <p:cNvSpPr txBox="1"/>
          <p:nvPr/>
        </p:nvSpPr>
        <p:spPr>
          <a:xfrm>
            <a:off x="1877430" y="2020280"/>
            <a:ext cx="15841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05357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문구 변경</a:t>
            </a:r>
            <a:r>
              <a:rPr lang="en-US" altLang="ko-KR" sz="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기본약관 안내</a:t>
            </a:r>
            <a:endParaRPr lang="en-US" altLang="ko-KR" sz="8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330E60-28EC-8873-1EAC-014D72589EB3}"/>
              </a:ext>
            </a:extLst>
          </p:cNvPr>
          <p:cNvSpPr txBox="1"/>
          <p:nvPr/>
        </p:nvSpPr>
        <p:spPr>
          <a:xfrm>
            <a:off x="6847958" y="1876844"/>
            <a:ext cx="898124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(00/00 Bytes)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15" name="AutoShape 62">
            <a:extLst>
              <a:ext uri="{FF2B5EF4-FFF2-40B4-BE49-F238E27FC236}">
                <a16:creationId xmlns:a16="http://schemas.microsoft.com/office/drawing/2014/main" id="{39D460BE-8323-8C77-A207-1AFF5F265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5382" y="1912268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6" name="AutoShape 62">
            <a:extLst>
              <a:ext uri="{FF2B5EF4-FFF2-40B4-BE49-F238E27FC236}">
                <a16:creationId xmlns:a16="http://schemas.microsoft.com/office/drawing/2014/main" id="{26403767-621F-B402-4707-9E4AC3C2C8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8070" y="1876264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14449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5C08B-9C2A-A868-1005-3B6A2C2E3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그림 33">
            <a:extLst>
              <a:ext uri="{FF2B5EF4-FFF2-40B4-BE49-F238E27FC236}">
                <a16:creationId xmlns:a16="http://schemas.microsoft.com/office/drawing/2014/main" id="{E5D0D6D2-1897-76BA-4DCD-AE3DF4A50C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t="46974" r="30286" b="2441"/>
          <a:stretch/>
        </p:blipFill>
        <p:spPr>
          <a:xfrm>
            <a:off x="220663" y="5116624"/>
            <a:ext cx="8353425" cy="1620180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295D1D9E-93B1-4921-0C68-C8CA3C3F38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179" b="51157"/>
          <a:stretch/>
        </p:blipFill>
        <p:spPr>
          <a:xfrm>
            <a:off x="220663" y="2056284"/>
            <a:ext cx="8353425" cy="1477325"/>
          </a:xfrm>
          <a:prstGeom prst="rect">
            <a:avLst/>
          </a:prstGeom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425FC39-CD49-A3B3-EAAE-354D761599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143129"/>
              </p:ext>
            </p:extLst>
          </p:nvPr>
        </p:nvGraphicFramePr>
        <p:xfrm>
          <a:off x="105617" y="58587"/>
          <a:ext cx="11104465" cy="6908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2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257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0295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5357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상품관리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채널상품관리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채널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PPM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상품관리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/product/chnprd/multiPrdInsert.do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295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5357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채널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PPM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복합상품등록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dirty="0">
                          <a:solidFill>
                            <a:prstClr val="black"/>
                          </a:solidFill>
                          <a:latin typeface="맑은 고딕" pitchFamily="50" charset="-127"/>
                          <a:ea typeface="+mn-ea"/>
                        </a:rPr>
                        <a:t>□ 메인 ■ 서브 □ 레이어  □ 팝업 □ 보고서 □ 기타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295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정호원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" name="Group 139">
            <a:extLst>
              <a:ext uri="{FF2B5EF4-FFF2-40B4-BE49-F238E27FC236}">
                <a16:creationId xmlns:a16="http://schemas.microsoft.com/office/drawing/2014/main" id="{A87AC40C-A10D-9C91-7D2A-FAA4E51155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6927468"/>
              </p:ext>
            </p:extLst>
          </p:nvPr>
        </p:nvGraphicFramePr>
        <p:xfrm>
          <a:off x="8691031" y="1012168"/>
          <a:ext cx="2511718" cy="3357597"/>
        </p:xfrm>
        <a:graphic>
          <a:graphicData uri="http://schemas.openxmlformats.org/drawingml/2006/table">
            <a:tbl>
              <a:tblPr/>
              <a:tblGrid>
                <a:gridCol w="260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1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01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00"/>
                        </a:lnSpc>
                        <a:buFontTx/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약관 안내문구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기본약관 안내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301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02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바이트수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 추가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5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03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00"/>
                        </a:lnSpc>
                        <a:buFontTx/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혜택 반환금 안내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신규 추가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선택값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스타일은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&lt;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기본약관 안내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와 동일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264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04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개인정보 안내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신규 추가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선택값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스타일은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&lt;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기본약관 안내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와 동일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454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05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해지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가능여부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신규 추가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기본값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N</a:t>
                      </a: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695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06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&lt;OTT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상품 키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추가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아래 메뉴에서만 특정 상품유형일 때에만 노출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선택값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콘텐츠상품관리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&gt;PPM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상품관리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: OTT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PPM</a:t>
                      </a:r>
                    </a:p>
                    <a:p>
                      <a:pPr marL="171450" marR="0" lvl="0" indent="-17145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채널상품관리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&gt;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채널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PPM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복합상품관리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: OTT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복합 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PPM(TIER) </a:t>
                      </a: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6353376"/>
                  </a:ext>
                </a:extLst>
              </a:tr>
            </a:tbl>
          </a:graphicData>
        </a:graphic>
      </p:graphicFrame>
      <p:grpSp>
        <p:nvGrpSpPr>
          <p:cNvPr id="5" name="Cutout">
            <a:extLst>
              <a:ext uri="{FF2B5EF4-FFF2-40B4-BE49-F238E27FC236}">
                <a16:creationId xmlns:a16="http://schemas.microsoft.com/office/drawing/2014/main" id="{81E2A7BD-51E2-27C1-6915-18544ADF9E5D}"/>
              </a:ext>
            </a:extLst>
          </p:cNvPr>
          <p:cNvGrpSpPr/>
          <p:nvPr/>
        </p:nvGrpSpPr>
        <p:grpSpPr>
          <a:xfrm rot="5400000">
            <a:off x="4307364" y="-2104701"/>
            <a:ext cx="180021" cy="8353425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6" name="Fill">
              <a:extLst>
                <a:ext uri="{FF2B5EF4-FFF2-40B4-BE49-F238E27FC236}">
                  <a16:creationId xmlns:a16="http://schemas.microsoft.com/office/drawing/2014/main" id="{D741D911-73C9-C532-5A73-AAE7086A03B6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7" name="Border">
              <a:extLst>
                <a:ext uri="{FF2B5EF4-FFF2-40B4-BE49-F238E27FC236}">
                  <a16:creationId xmlns:a16="http://schemas.microsoft.com/office/drawing/2014/main" id="{DD0E79D0-11C6-573A-2405-35D7CFAEE3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</p:grp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1A333C4E-0645-726E-06B4-5A177CAFC269}"/>
              </a:ext>
            </a:extLst>
          </p:cNvPr>
          <p:cNvCxnSpPr>
            <a:cxnSpLocks/>
          </p:cNvCxnSpPr>
          <p:nvPr/>
        </p:nvCxnSpPr>
        <p:spPr>
          <a:xfrm>
            <a:off x="1157350" y="3100400"/>
            <a:ext cx="612068" cy="0"/>
          </a:xfrm>
          <a:prstGeom prst="straightConnector1">
            <a:avLst/>
          </a:prstGeom>
          <a:ln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D700BCA-4C14-70BD-8D57-7944390B2ADE}"/>
              </a:ext>
            </a:extLst>
          </p:cNvPr>
          <p:cNvSpPr txBox="1"/>
          <p:nvPr/>
        </p:nvSpPr>
        <p:spPr>
          <a:xfrm>
            <a:off x="1877430" y="2992388"/>
            <a:ext cx="15841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05357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문구 변경</a:t>
            </a:r>
            <a:r>
              <a:rPr lang="en-US" altLang="ko-KR" sz="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기본약관 안내</a:t>
            </a:r>
            <a:endParaRPr lang="en-US" altLang="ko-KR" sz="8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1" name="Cutout">
            <a:extLst>
              <a:ext uri="{FF2B5EF4-FFF2-40B4-BE49-F238E27FC236}">
                <a16:creationId xmlns:a16="http://schemas.microsoft.com/office/drawing/2014/main" id="{BDB6EE90-1D6A-C1A6-C117-ECD01A442838}"/>
              </a:ext>
            </a:extLst>
          </p:cNvPr>
          <p:cNvGrpSpPr/>
          <p:nvPr/>
        </p:nvGrpSpPr>
        <p:grpSpPr>
          <a:xfrm rot="5400000">
            <a:off x="4307364" y="2542091"/>
            <a:ext cx="180023" cy="8353425"/>
            <a:chOff x="6402386" y="1584325"/>
            <a:chExt cx="239715" cy="933450"/>
          </a:xfrm>
          <a:solidFill>
            <a:srgbClr val="FFFFFF"/>
          </a:solidFill>
        </p:grpSpPr>
        <p:sp>
          <p:nvSpPr>
            <p:cNvPr id="12" name="Fill">
              <a:extLst>
                <a:ext uri="{FF2B5EF4-FFF2-40B4-BE49-F238E27FC236}">
                  <a16:creationId xmlns:a16="http://schemas.microsoft.com/office/drawing/2014/main" id="{DCA7F67C-0F8F-1FB0-B0DE-C2390AC2D183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6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13" name="Border">
              <a:extLst>
                <a:ext uri="{FF2B5EF4-FFF2-40B4-BE49-F238E27FC236}">
                  <a16:creationId xmlns:a16="http://schemas.microsoft.com/office/drawing/2014/main" id="{9AF7E524-B6A5-26B4-7A51-3D1791977C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EBBB02D8-F643-3EEE-6390-A3D6F070F1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8314079"/>
              </p:ext>
            </p:extLst>
          </p:nvPr>
        </p:nvGraphicFramePr>
        <p:xfrm>
          <a:off x="220663" y="3532448"/>
          <a:ext cx="8353426" cy="1579919"/>
        </p:xfrm>
        <a:graphic>
          <a:graphicData uri="http://schemas.openxmlformats.org/drawingml/2006/table">
            <a:tbl>
              <a:tblPr/>
              <a:tblGrid>
                <a:gridCol w="1800783">
                  <a:extLst>
                    <a:ext uri="{9D8B030D-6E8A-4147-A177-3AD203B41FA5}">
                      <a16:colId xmlns:a16="http://schemas.microsoft.com/office/drawing/2014/main" val="3814666390"/>
                    </a:ext>
                  </a:extLst>
                </a:gridCol>
                <a:gridCol w="6552643">
                  <a:extLst>
                    <a:ext uri="{9D8B030D-6E8A-4147-A177-3AD203B41FA5}">
                      <a16:colId xmlns:a16="http://schemas.microsoft.com/office/drawing/2014/main" val="342433539"/>
                    </a:ext>
                  </a:extLst>
                </a:gridCol>
              </a:tblGrid>
              <a:tr h="666074"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혜택 반환금 안내</a:t>
                      </a: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7563" rtl="0" eaLnBrk="1" fontAlgn="base" latinLnBrk="1" hangingPunct="1">
                        <a:lnSpc>
                          <a:spcPts val="7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148581"/>
                  </a:ext>
                </a:extLst>
              </a:tr>
              <a:tr h="666074"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개인정보 안내</a:t>
                      </a: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7563" rtl="0" eaLnBrk="1" fontAlgn="base" latinLnBrk="1" hangingPunct="1">
                        <a:lnSpc>
                          <a:spcPts val="7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50918"/>
                  </a:ext>
                </a:extLst>
              </a:tr>
              <a:tr h="247771"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*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해지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가능여부</a:t>
                      </a: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7563" rtl="0" eaLnBrk="1" fontAlgn="base" latinLnBrk="1" hangingPunct="1">
                        <a:lnSpc>
                          <a:spcPts val="7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○ 예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◎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아니오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44225"/>
                  </a:ext>
                </a:extLst>
              </a:tr>
            </a:tbl>
          </a:graphicData>
        </a:graphic>
      </p:graphicFrame>
      <p:grpSp>
        <p:nvGrpSpPr>
          <p:cNvPr id="15" name="그룹 14">
            <a:extLst>
              <a:ext uri="{FF2B5EF4-FFF2-40B4-BE49-F238E27FC236}">
                <a16:creationId xmlns:a16="http://schemas.microsoft.com/office/drawing/2014/main" id="{A04401AA-ED90-2FBD-62B0-7FD2935CCF37}"/>
              </a:ext>
            </a:extLst>
          </p:cNvPr>
          <p:cNvGrpSpPr/>
          <p:nvPr/>
        </p:nvGrpSpPr>
        <p:grpSpPr>
          <a:xfrm>
            <a:off x="2057451" y="3604690"/>
            <a:ext cx="5686655" cy="539825"/>
            <a:chOff x="3176075" y="2596342"/>
            <a:chExt cx="5015269" cy="539825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693D0B44-30AA-9DF2-327C-80711EF67B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6075" y="2596342"/>
              <a:ext cx="4254935" cy="539825"/>
            </a:xfrm>
            <a:prstGeom prst="rect">
              <a:avLst/>
            </a:prstGeom>
            <a:solidFill>
              <a:sysClr val="window" lastClr="FFFFFF"/>
            </a:solidFill>
            <a:ln w="3175" algn="ctr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lIns="36000" tIns="36000" rIns="36000" bIns="3600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9pPr>
            </a:lstStyle>
            <a:p>
              <a:pPr algn="r" fontAlgn="auto" latinLnBrk="0" hangingPunct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45000"/>
                <a:defRPr/>
              </a:pPr>
              <a:endParaRPr lang="ko-KR" altLang="en-US" sz="800" kern="0" dirty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840D50A-BC4A-04C5-622F-91CB2FF0B5F1}"/>
                </a:ext>
              </a:extLst>
            </p:cNvPr>
            <p:cNvSpPr txBox="1"/>
            <p:nvPr/>
          </p:nvSpPr>
          <p:spPr>
            <a:xfrm>
              <a:off x="7399256" y="2740124"/>
              <a:ext cx="792088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(00/00 Bytes)</a:t>
              </a:r>
              <a:endParaRPr lang="ko-KR" altLang="en-US" dirty="0">
                <a:latin typeface="+mn-ea"/>
                <a:ea typeface="+mn-ea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DBC3601D-A781-EE97-45C3-992294C96D50}"/>
              </a:ext>
            </a:extLst>
          </p:cNvPr>
          <p:cNvGrpSpPr/>
          <p:nvPr/>
        </p:nvGrpSpPr>
        <p:grpSpPr>
          <a:xfrm>
            <a:off x="2057451" y="4252528"/>
            <a:ext cx="5686655" cy="539825"/>
            <a:chOff x="3176075" y="2596342"/>
            <a:chExt cx="5015269" cy="539825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3544BE9D-4265-1663-4B1A-F1BDA91606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6075" y="2596342"/>
              <a:ext cx="4254935" cy="539825"/>
            </a:xfrm>
            <a:prstGeom prst="rect">
              <a:avLst/>
            </a:prstGeom>
            <a:solidFill>
              <a:sysClr val="window" lastClr="FFFFFF"/>
            </a:solidFill>
            <a:ln w="3175" algn="ctr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lIns="36000" tIns="36000" rIns="36000" bIns="3600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9pPr>
            </a:lstStyle>
            <a:p>
              <a:pPr algn="r" fontAlgn="auto" latinLnBrk="0" hangingPunct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45000"/>
                <a:defRPr/>
              </a:pPr>
              <a:endParaRPr lang="ko-KR" altLang="en-US" sz="800" kern="0" dirty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18E4A59-32D4-B012-BDAA-8B075CFAC41E}"/>
                </a:ext>
              </a:extLst>
            </p:cNvPr>
            <p:cNvSpPr txBox="1"/>
            <p:nvPr/>
          </p:nvSpPr>
          <p:spPr>
            <a:xfrm>
              <a:off x="7399256" y="2740124"/>
              <a:ext cx="792088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(00/00 Bytes)</a:t>
              </a:r>
              <a:endParaRPr lang="ko-KR" altLang="en-US" sz="800" dirty="0">
                <a:latin typeface="+mn-ea"/>
                <a:ea typeface="+mn-ea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73F6CAFE-0D30-A80A-509E-43FD43C2FBF1}"/>
              </a:ext>
            </a:extLst>
          </p:cNvPr>
          <p:cNvSpPr txBox="1"/>
          <p:nvPr/>
        </p:nvSpPr>
        <p:spPr>
          <a:xfrm>
            <a:off x="6847958" y="2992968"/>
            <a:ext cx="898124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(00/00 Bytes)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24" name="AutoShape 62">
            <a:extLst>
              <a:ext uri="{FF2B5EF4-FFF2-40B4-BE49-F238E27FC236}">
                <a16:creationId xmlns:a16="http://schemas.microsoft.com/office/drawing/2014/main" id="{3E935D42-615B-8B48-9649-04854D9D9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5382" y="2884376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AutoShape 62">
            <a:extLst>
              <a:ext uri="{FF2B5EF4-FFF2-40B4-BE49-F238E27FC236}">
                <a16:creationId xmlns:a16="http://schemas.microsoft.com/office/drawing/2014/main" id="{061293D8-07C8-C969-1985-6E7FBCBF7A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8070" y="2992388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AutoShape 62">
            <a:extLst>
              <a:ext uri="{FF2B5EF4-FFF2-40B4-BE49-F238E27FC236}">
                <a16:creationId xmlns:a16="http://schemas.microsoft.com/office/drawing/2014/main" id="{1A211850-D72B-6932-2508-CC91DD0A9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983" y="3784476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AutoShape 62">
            <a:extLst>
              <a:ext uri="{FF2B5EF4-FFF2-40B4-BE49-F238E27FC236}">
                <a16:creationId xmlns:a16="http://schemas.microsoft.com/office/drawing/2014/main" id="{074B0B16-F4DD-E23C-A1FA-9D0E5D9D1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983" y="4468552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AutoShape 62">
            <a:extLst>
              <a:ext uri="{FF2B5EF4-FFF2-40B4-BE49-F238E27FC236}">
                <a16:creationId xmlns:a16="http://schemas.microsoft.com/office/drawing/2014/main" id="{8E4ACF71-5D06-0DF1-FE28-156CB12EB6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983" y="4900600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35B55EF2-A524-A715-EC8D-5AB0382A1A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6179" b="990"/>
          <a:stretch/>
        </p:blipFill>
        <p:spPr>
          <a:xfrm>
            <a:off x="220663" y="988256"/>
            <a:ext cx="8353425" cy="581412"/>
          </a:xfrm>
          <a:prstGeom prst="rect">
            <a:avLst/>
          </a:prstGeom>
        </p:spPr>
      </p:pic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79F12305-4939-07A4-784E-09970B2F39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60745"/>
              </p:ext>
            </p:extLst>
          </p:nvPr>
        </p:nvGraphicFramePr>
        <p:xfrm>
          <a:off x="220663" y="1556485"/>
          <a:ext cx="8353426" cy="247771"/>
        </p:xfrm>
        <a:graphic>
          <a:graphicData uri="http://schemas.openxmlformats.org/drawingml/2006/table">
            <a:tbl>
              <a:tblPr/>
              <a:tblGrid>
                <a:gridCol w="1800783">
                  <a:extLst>
                    <a:ext uri="{9D8B030D-6E8A-4147-A177-3AD203B41FA5}">
                      <a16:colId xmlns:a16="http://schemas.microsoft.com/office/drawing/2014/main" val="2171105928"/>
                    </a:ext>
                  </a:extLst>
                </a:gridCol>
                <a:gridCol w="6552643">
                  <a:extLst>
                    <a:ext uri="{9D8B030D-6E8A-4147-A177-3AD203B41FA5}">
                      <a16:colId xmlns:a16="http://schemas.microsoft.com/office/drawing/2014/main" val="1792920102"/>
                    </a:ext>
                  </a:extLst>
                </a:gridCol>
              </a:tblGrid>
              <a:tr h="247771"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OTT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키</a:t>
                      </a: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7563" rtl="0" eaLnBrk="1" fontAlgn="base" latinLnBrk="1" hangingPunct="1">
                        <a:lnSpc>
                          <a:spcPts val="7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992594"/>
                  </a:ext>
                </a:extLst>
              </a:tr>
            </a:tbl>
          </a:graphicData>
        </a:graphic>
      </p:graphicFrame>
      <p:grpSp>
        <p:nvGrpSpPr>
          <p:cNvPr id="23" name="그룹 22">
            <a:extLst>
              <a:ext uri="{FF2B5EF4-FFF2-40B4-BE49-F238E27FC236}">
                <a16:creationId xmlns:a16="http://schemas.microsoft.com/office/drawing/2014/main" id="{6494E8B3-A596-8504-F6FC-43B4E17C4122}"/>
              </a:ext>
            </a:extLst>
          </p:cNvPr>
          <p:cNvGrpSpPr/>
          <p:nvPr/>
        </p:nvGrpSpPr>
        <p:grpSpPr>
          <a:xfrm>
            <a:off x="2057451" y="1574591"/>
            <a:ext cx="5686655" cy="215444"/>
            <a:chOff x="3176075" y="2578444"/>
            <a:chExt cx="5015269" cy="215444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A0E15B85-78BF-FAFC-D680-326C46106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6075" y="2596342"/>
              <a:ext cx="4254935" cy="162000"/>
            </a:xfrm>
            <a:prstGeom prst="rect">
              <a:avLst/>
            </a:prstGeom>
            <a:solidFill>
              <a:sysClr val="window" lastClr="FFFFFF"/>
            </a:solidFill>
            <a:ln w="3175" algn="ctr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lIns="36000" tIns="36000" rIns="36000" bIns="3600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9pPr>
            </a:lstStyle>
            <a:p>
              <a:pPr algn="r" fontAlgn="auto" latinLnBrk="0" hangingPunct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45000"/>
                <a:defRPr/>
              </a:pPr>
              <a:endParaRPr lang="ko-KR" altLang="en-US" sz="800" kern="0" dirty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E2144FC-5371-D871-2DA7-428995F0C1C1}"/>
                </a:ext>
              </a:extLst>
            </p:cNvPr>
            <p:cNvSpPr txBox="1"/>
            <p:nvPr/>
          </p:nvSpPr>
          <p:spPr>
            <a:xfrm>
              <a:off x="7399256" y="2578444"/>
              <a:ext cx="792088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(00/00 Bytes)</a:t>
              </a:r>
              <a:endParaRPr lang="ko-KR" altLang="en-US" dirty="0">
                <a:latin typeface="+mn-ea"/>
                <a:ea typeface="+mn-ea"/>
              </a:endParaRPr>
            </a:p>
          </p:txBody>
        </p:sp>
      </p:grpSp>
      <p:sp>
        <p:nvSpPr>
          <p:cNvPr id="31" name="AutoShape 62">
            <a:extLst>
              <a:ext uri="{FF2B5EF4-FFF2-40B4-BE49-F238E27FC236}">
                <a16:creationId xmlns:a16="http://schemas.microsoft.com/office/drawing/2014/main" id="{86989B53-7770-FCE7-88FD-C23101633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9358" y="1592489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3A261CD-5A5E-A494-F7F7-BCB2130AF521}"/>
              </a:ext>
            </a:extLst>
          </p:cNvPr>
          <p:cNvSpPr/>
          <p:nvPr/>
        </p:nvSpPr>
        <p:spPr>
          <a:xfrm>
            <a:off x="11210082" y="58586"/>
            <a:ext cx="3147059" cy="7732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n-US" altLang="ko-KR" sz="900" dirty="0">
                <a:latin typeface="+mn-ea"/>
              </a:rPr>
              <a:t>[2025-03-20 UPDATE]</a:t>
            </a:r>
          </a:p>
          <a:p>
            <a:pPr algn="l"/>
            <a:endParaRPr lang="en-US" altLang="ko-KR" sz="900" dirty="0">
              <a:latin typeface="+mn-ea"/>
            </a:endParaRP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US" altLang="ko-KR" sz="900" dirty="0">
                <a:latin typeface="+mn-ea"/>
              </a:rPr>
              <a:t>&lt;OTT </a:t>
            </a:r>
            <a:r>
              <a:rPr lang="ko-KR" altLang="en-US" sz="900" dirty="0">
                <a:latin typeface="+mn-ea"/>
              </a:rPr>
              <a:t>상품 키</a:t>
            </a:r>
            <a:r>
              <a:rPr lang="en-US" altLang="ko-KR" sz="900" dirty="0">
                <a:latin typeface="+mn-ea"/>
              </a:rPr>
              <a:t>&gt; </a:t>
            </a:r>
            <a:r>
              <a:rPr lang="ko-KR" altLang="en-US" sz="900" dirty="0">
                <a:latin typeface="+mn-ea"/>
              </a:rPr>
              <a:t>항목 추가</a:t>
            </a:r>
            <a:endParaRPr lang="en-US" altLang="ko-KR" sz="900" dirty="0">
              <a:latin typeface="+mn-ea"/>
            </a:endParaRPr>
          </a:p>
        </p:txBody>
      </p:sp>
      <p:grpSp>
        <p:nvGrpSpPr>
          <p:cNvPr id="35" name="Cutout">
            <a:extLst>
              <a:ext uri="{FF2B5EF4-FFF2-40B4-BE49-F238E27FC236}">
                <a16:creationId xmlns:a16="http://schemas.microsoft.com/office/drawing/2014/main" id="{00EBA480-C4D5-B488-2C96-C577A65C7E22}"/>
              </a:ext>
            </a:extLst>
          </p:cNvPr>
          <p:cNvGrpSpPr/>
          <p:nvPr/>
        </p:nvGrpSpPr>
        <p:grpSpPr>
          <a:xfrm rot="5400000">
            <a:off x="4307364" y="-3190366"/>
            <a:ext cx="180021" cy="8353425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36" name="Fill">
              <a:extLst>
                <a:ext uri="{FF2B5EF4-FFF2-40B4-BE49-F238E27FC236}">
                  <a16:creationId xmlns:a16="http://schemas.microsoft.com/office/drawing/2014/main" id="{C83585F8-71AD-0936-1C56-C04342AF740E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37" name="Border">
              <a:extLst>
                <a:ext uri="{FF2B5EF4-FFF2-40B4-BE49-F238E27FC236}">
                  <a16:creationId xmlns:a16="http://schemas.microsoft.com/office/drawing/2014/main" id="{ECC0D264-3E4B-9534-4691-9A7A77D9947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67933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927C1-7701-82B5-1F22-2B8AF12BF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그림 31">
            <a:extLst>
              <a:ext uri="{FF2B5EF4-FFF2-40B4-BE49-F238E27FC236}">
                <a16:creationId xmlns:a16="http://schemas.microsoft.com/office/drawing/2014/main" id="{E89C6739-C197-B2DF-12DC-7873866B63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179" b="51157"/>
          <a:stretch/>
        </p:blipFill>
        <p:spPr>
          <a:xfrm>
            <a:off x="220663" y="2056280"/>
            <a:ext cx="8353425" cy="1477325"/>
          </a:xfrm>
          <a:prstGeom prst="rect">
            <a:avLst/>
          </a:prstGeom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AEC35AD-2432-CE96-1F64-3C1FE84D0B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1680761"/>
              </p:ext>
            </p:extLst>
          </p:nvPr>
        </p:nvGraphicFramePr>
        <p:xfrm>
          <a:off x="105617" y="58587"/>
          <a:ext cx="11104465" cy="6908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7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223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3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257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0295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5357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상품관리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채널상품관리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&gt;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채널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PPM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상품관리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/product/chnprd/multiPrdUpdate.do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0295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5357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채널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PPM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복합상품조회수정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dirty="0">
                          <a:solidFill>
                            <a:prstClr val="black"/>
                          </a:solidFill>
                          <a:latin typeface="맑은 고딕" pitchFamily="50" charset="-127"/>
                          <a:ea typeface="+mn-ea"/>
                        </a:rPr>
                        <a:t>□ 메인 ■ 서브 □ 레이어  □ 팝업 □ 보고서 □ 기타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295"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정호원</a:t>
                      </a:r>
                    </a:p>
                  </a:txBody>
                  <a:tcPr marL="41123" marR="41123" marT="42000" marB="4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" name="Group 139">
            <a:extLst>
              <a:ext uri="{FF2B5EF4-FFF2-40B4-BE49-F238E27FC236}">
                <a16:creationId xmlns:a16="http://schemas.microsoft.com/office/drawing/2014/main" id="{B143C58A-4512-1D0A-69B5-25785C5C04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6127306"/>
              </p:ext>
            </p:extLst>
          </p:nvPr>
        </p:nvGraphicFramePr>
        <p:xfrm>
          <a:off x="8691031" y="1012168"/>
          <a:ext cx="2511718" cy="3357597"/>
        </p:xfrm>
        <a:graphic>
          <a:graphicData uri="http://schemas.openxmlformats.org/drawingml/2006/table">
            <a:tbl>
              <a:tblPr/>
              <a:tblGrid>
                <a:gridCol w="260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13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01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00"/>
                        </a:lnSpc>
                        <a:buFontTx/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약관 안내문구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기본약관 안내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5301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02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 </a:t>
                      </a: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바이트수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표시 추가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052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03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200"/>
                        </a:lnSpc>
                        <a:buFontTx/>
                        <a:buNone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혜택 반환금 안내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신규 추가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선택값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스타일은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&lt;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기본약관 안내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와 동일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264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04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개인정보 안내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신규 추가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선택값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>
                        <a:lnSpc>
                          <a:spcPts val="1200"/>
                        </a:lnSpc>
                        <a:buFontTx/>
                        <a:buChar char="-"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스타일은 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&lt;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기본약관 안내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와 동일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454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05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해지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가능여부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신규 추가</a:t>
                      </a:r>
                      <a:endParaRPr lang="en-US" altLang="ko-KR" sz="8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기본값</a:t>
                      </a:r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: N</a:t>
                      </a: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6959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17563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06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62" marR="20562" marT="21000" marB="21000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&lt;OTT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상품 키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추가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아래 메뉴에서만 특정 상품유형일 때에만 노출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선택값</a:t>
                      </a: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800" b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콘텐츠상품관리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&gt;PPM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상품관리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: OTT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PPM</a:t>
                      </a:r>
                    </a:p>
                    <a:p>
                      <a:pPr marL="171450" marR="0" lvl="0" indent="-171450" algn="l" defTabSz="1053572" rtl="0" eaLnBrk="1" fontAlgn="auto" latinLnBrk="1" hangingPunct="1">
                        <a:lnSpc>
                          <a:spcPts val="12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채널상품관리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&gt;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채널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PPM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복합상품관리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: OTT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복합 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PPM(TIER) </a:t>
                      </a:r>
                    </a:p>
                  </a:txBody>
                  <a:tcPr marL="20562" marR="20562" marT="21000" marB="21000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6898044"/>
                  </a:ext>
                </a:extLst>
              </a:tr>
            </a:tbl>
          </a:graphicData>
        </a:graphic>
      </p:graphicFrame>
      <p:grpSp>
        <p:nvGrpSpPr>
          <p:cNvPr id="5" name="Cutout">
            <a:extLst>
              <a:ext uri="{FF2B5EF4-FFF2-40B4-BE49-F238E27FC236}">
                <a16:creationId xmlns:a16="http://schemas.microsoft.com/office/drawing/2014/main" id="{D28CDBF4-7322-6637-7682-C9C61DDAD1DD}"/>
              </a:ext>
            </a:extLst>
          </p:cNvPr>
          <p:cNvGrpSpPr/>
          <p:nvPr/>
        </p:nvGrpSpPr>
        <p:grpSpPr>
          <a:xfrm rot="5400000">
            <a:off x="4307364" y="-2104705"/>
            <a:ext cx="180021" cy="8353425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6" name="Fill">
              <a:extLst>
                <a:ext uri="{FF2B5EF4-FFF2-40B4-BE49-F238E27FC236}">
                  <a16:creationId xmlns:a16="http://schemas.microsoft.com/office/drawing/2014/main" id="{AEEED594-6672-8764-0957-583CBA140FB0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7" name="Border">
              <a:extLst>
                <a:ext uri="{FF2B5EF4-FFF2-40B4-BE49-F238E27FC236}">
                  <a16:creationId xmlns:a16="http://schemas.microsoft.com/office/drawing/2014/main" id="{AB3B347A-E478-E049-7EA3-FCD947C19F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</p:grp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914857C-7BA8-6F3B-3E13-5778EB2F72FC}"/>
              </a:ext>
            </a:extLst>
          </p:cNvPr>
          <p:cNvCxnSpPr>
            <a:cxnSpLocks/>
          </p:cNvCxnSpPr>
          <p:nvPr/>
        </p:nvCxnSpPr>
        <p:spPr>
          <a:xfrm>
            <a:off x="1157350" y="3100396"/>
            <a:ext cx="612068" cy="0"/>
          </a:xfrm>
          <a:prstGeom prst="straightConnector1">
            <a:avLst/>
          </a:prstGeom>
          <a:ln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8A870EA1-3EF5-A915-29F9-F957234167AE}"/>
              </a:ext>
            </a:extLst>
          </p:cNvPr>
          <p:cNvSpPr txBox="1"/>
          <p:nvPr/>
        </p:nvSpPr>
        <p:spPr>
          <a:xfrm>
            <a:off x="1877430" y="2992384"/>
            <a:ext cx="158417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05357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문구 변경</a:t>
            </a:r>
            <a:r>
              <a:rPr lang="en-US" altLang="ko-KR" sz="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80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기본약관 안내</a:t>
            </a:r>
            <a:endParaRPr lang="en-US" altLang="ko-KR" sz="800" dirty="0">
              <a:solidFill>
                <a:srgbClr val="FF000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8D9DE538-B155-F4AE-92B6-A7DB62AFE0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484981"/>
              </p:ext>
            </p:extLst>
          </p:nvPr>
        </p:nvGraphicFramePr>
        <p:xfrm>
          <a:off x="220663" y="3532444"/>
          <a:ext cx="8353426" cy="1579919"/>
        </p:xfrm>
        <a:graphic>
          <a:graphicData uri="http://schemas.openxmlformats.org/drawingml/2006/table">
            <a:tbl>
              <a:tblPr/>
              <a:tblGrid>
                <a:gridCol w="1800783">
                  <a:extLst>
                    <a:ext uri="{9D8B030D-6E8A-4147-A177-3AD203B41FA5}">
                      <a16:colId xmlns:a16="http://schemas.microsoft.com/office/drawing/2014/main" val="3814666390"/>
                    </a:ext>
                  </a:extLst>
                </a:gridCol>
                <a:gridCol w="6552643">
                  <a:extLst>
                    <a:ext uri="{9D8B030D-6E8A-4147-A177-3AD203B41FA5}">
                      <a16:colId xmlns:a16="http://schemas.microsoft.com/office/drawing/2014/main" val="342433539"/>
                    </a:ext>
                  </a:extLst>
                </a:gridCol>
              </a:tblGrid>
              <a:tr h="666074"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혜택 반환금 안내</a:t>
                      </a: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7563" rtl="0" eaLnBrk="1" fontAlgn="base" latinLnBrk="1" hangingPunct="1">
                        <a:lnSpc>
                          <a:spcPts val="7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148581"/>
                  </a:ext>
                </a:extLst>
              </a:tr>
              <a:tr h="666074"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개인정보 안내</a:t>
                      </a: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7563" rtl="0" eaLnBrk="1" fontAlgn="base" latinLnBrk="1" hangingPunct="1">
                        <a:lnSpc>
                          <a:spcPts val="7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50918"/>
                  </a:ext>
                </a:extLst>
              </a:tr>
              <a:tr h="247771"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*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해지</a:t>
                      </a:r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취소 가능여부</a:t>
                      </a: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7563" rtl="0" eaLnBrk="1" fontAlgn="base" latinLnBrk="1" hangingPunct="1">
                        <a:lnSpc>
                          <a:spcPts val="7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○ 예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◎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아니오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3044225"/>
                  </a:ext>
                </a:extLst>
              </a:tr>
            </a:tbl>
          </a:graphicData>
        </a:graphic>
      </p:graphicFrame>
      <p:grpSp>
        <p:nvGrpSpPr>
          <p:cNvPr id="15" name="그룹 14">
            <a:extLst>
              <a:ext uri="{FF2B5EF4-FFF2-40B4-BE49-F238E27FC236}">
                <a16:creationId xmlns:a16="http://schemas.microsoft.com/office/drawing/2014/main" id="{34871EF7-4498-233B-135B-471AE9121C8D}"/>
              </a:ext>
            </a:extLst>
          </p:cNvPr>
          <p:cNvGrpSpPr/>
          <p:nvPr/>
        </p:nvGrpSpPr>
        <p:grpSpPr>
          <a:xfrm>
            <a:off x="2057451" y="3604686"/>
            <a:ext cx="5686655" cy="539825"/>
            <a:chOff x="3176075" y="2596342"/>
            <a:chExt cx="5015269" cy="539825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9BF17AF7-EA61-AAC3-57D4-6623795489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6075" y="2596342"/>
              <a:ext cx="4254935" cy="539825"/>
            </a:xfrm>
            <a:prstGeom prst="rect">
              <a:avLst/>
            </a:prstGeom>
            <a:solidFill>
              <a:sysClr val="window" lastClr="FFFFFF"/>
            </a:solidFill>
            <a:ln w="3175" algn="ctr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lIns="36000" tIns="36000" rIns="36000" bIns="3600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9pPr>
            </a:lstStyle>
            <a:p>
              <a:pPr algn="r" fontAlgn="auto" latinLnBrk="0" hangingPunct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45000"/>
                <a:defRPr/>
              </a:pPr>
              <a:endParaRPr lang="ko-KR" altLang="en-US" sz="800" kern="0" dirty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58145AF-290A-9932-01AC-8DC9800E8ED7}"/>
                </a:ext>
              </a:extLst>
            </p:cNvPr>
            <p:cNvSpPr txBox="1"/>
            <p:nvPr/>
          </p:nvSpPr>
          <p:spPr>
            <a:xfrm>
              <a:off x="7399256" y="2740124"/>
              <a:ext cx="792088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(00/00 Bytes)</a:t>
              </a:r>
              <a:endParaRPr lang="ko-KR" altLang="en-US" dirty="0">
                <a:latin typeface="+mn-ea"/>
                <a:ea typeface="+mn-ea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9CA6A386-849F-DED4-F863-CA9BC6A7E405}"/>
              </a:ext>
            </a:extLst>
          </p:cNvPr>
          <p:cNvGrpSpPr/>
          <p:nvPr/>
        </p:nvGrpSpPr>
        <p:grpSpPr>
          <a:xfrm>
            <a:off x="2057451" y="4252524"/>
            <a:ext cx="5686655" cy="539825"/>
            <a:chOff x="3176075" y="2596342"/>
            <a:chExt cx="5015269" cy="539825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BF5EA50-8ED9-DDA5-ACB0-C5638BFF5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6075" y="2596342"/>
              <a:ext cx="4254935" cy="539825"/>
            </a:xfrm>
            <a:prstGeom prst="rect">
              <a:avLst/>
            </a:prstGeom>
            <a:solidFill>
              <a:sysClr val="window" lastClr="FFFFFF"/>
            </a:solidFill>
            <a:ln w="3175" algn="ctr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lIns="36000" tIns="36000" rIns="36000" bIns="3600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9pPr>
            </a:lstStyle>
            <a:p>
              <a:pPr algn="r" fontAlgn="auto" latinLnBrk="0" hangingPunct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45000"/>
                <a:defRPr/>
              </a:pPr>
              <a:endParaRPr lang="ko-KR" altLang="en-US" sz="800" kern="0" dirty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930E0A0-A8A7-7C9D-BC47-AE99FCC42489}"/>
                </a:ext>
              </a:extLst>
            </p:cNvPr>
            <p:cNvSpPr txBox="1"/>
            <p:nvPr/>
          </p:nvSpPr>
          <p:spPr>
            <a:xfrm>
              <a:off x="7399256" y="2740124"/>
              <a:ext cx="792088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(00/00 Bytes)</a:t>
              </a:r>
              <a:endParaRPr lang="ko-KR" altLang="en-US" sz="800" dirty="0">
                <a:latin typeface="+mn-ea"/>
                <a:ea typeface="+mn-ea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78E7EF9F-F2CF-B456-6A96-7DCDE8318973}"/>
              </a:ext>
            </a:extLst>
          </p:cNvPr>
          <p:cNvSpPr txBox="1"/>
          <p:nvPr/>
        </p:nvSpPr>
        <p:spPr>
          <a:xfrm>
            <a:off x="6847958" y="2992964"/>
            <a:ext cx="898124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kumimoji="1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(00/00 Bytes)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24" name="AutoShape 62">
            <a:extLst>
              <a:ext uri="{FF2B5EF4-FFF2-40B4-BE49-F238E27FC236}">
                <a16:creationId xmlns:a16="http://schemas.microsoft.com/office/drawing/2014/main" id="{FCD7C3BC-CB10-9DA3-6D2F-A74E45A468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5382" y="2884372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AutoShape 62">
            <a:extLst>
              <a:ext uri="{FF2B5EF4-FFF2-40B4-BE49-F238E27FC236}">
                <a16:creationId xmlns:a16="http://schemas.microsoft.com/office/drawing/2014/main" id="{6CC1378E-A254-CA81-F95F-A7F8124BD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8070" y="2992384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AutoShape 62">
            <a:extLst>
              <a:ext uri="{FF2B5EF4-FFF2-40B4-BE49-F238E27FC236}">
                <a16:creationId xmlns:a16="http://schemas.microsoft.com/office/drawing/2014/main" id="{DA5DAAEA-DA2F-E318-C934-9CF6BF121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983" y="3784472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AutoShape 62">
            <a:extLst>
              <a:ext uri="{FF2B5EF4-FFF2-40B4-BE49-F238E27FC236}">
                <a16:creationId xmlns:a16="http://schemas.microsoft.com/office/drawing/2014/main" id="{83E2C40B-0499-E193-989B-9466FB116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983" y="4468548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AutoShape 62">
            <a:extLst>
              <a:ext uri="{FF2B5EF4-FFF2-40B4-BE49-F238E27FC236}">
                <a16:creationId xmlns:a16="http://schemas.microsoft.com/office/drawing/2014/main" id="{E2FD027C-69A7-EC6A-6817-05C7EB000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983" y="4900596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37C30EE-B706-58E9-5BA4-12F3E5426E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t="46974" r="30286" b="2441"/>
          <a:stretch/>
        </p:blipFill>
        <p:spPr>
          <a:xfrm>
            <a:off x="220663" y="5116620"/>
            <a:ext cx="8353425" cy="1620180"/>
          </a:xfrm>
          <a:prstGeom prst="rect">
            <a:avLst/>
          </a:prstGeom>
        </p:spPr>
      </p:pic>
      <p:grpSp>
        <p:nvGrpSpPr>
          <p:cNvPr id="8" name="Cutout">
            <a:extLst>
              <a:ext uri="{FF2B5EF4-FFF2-40B4-BE49-F238E27FC236}">
                <a16:creationId xmlns:a16="http://schemas.microsoft.com/office/drawing/2014/main" id="{B902DF22-0EA2-128D-3DCE-C1C2C867806D}"/>
              </a:ext>
            </a:extLst>
          </p:cNvPr>
          <p:cNvGrpSpPr/>
          <p:nvPr/>
        </p:nvGrpSpPr>
        <p:grpSpPr>
          <a:xfrm rot="5400000">
            <a:off x="4307364" y="2542087"/>
            <a:ext cx="180023" cy="8353425"/>
            <a:chOff x="6402386" y="1584325"/>
            <a:chExt cx="239715" cy="933450"/>
          </a:xfrm>
          <a:solidFill>
            <a:srgbClr val="FFFFFF"/>
          </a:solidFill>
        </p:grpSpPr>
        <p:sp>
          <p:nvSpPr>
            <p:cNvPr id="22" name="Fill">
              <a:extLst>
                <a:ext uri="{FF2B5EF4-FFF2-40B4-BE49-F238E27FC236}">
                  <a16:creationId xmlns:a16="http://schemas.microsoft.com/office/drawing/2014/main" id="{50809503-1CD0-01FB-CFE4-D9452D0E6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6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23" name="Border">
              <a:extLst>
                <a:ext uri="{FF2B5EF4-FFF2-40B4-BE49-F238E27FC236}">
                  <a16:creationId xmlns:a16="http://schemas.microsoft.com/office/drawing/2014/main" id="{A2CC733E-9BC6-B6BB-271D-EECF47FF94A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295F8080-63BD-6C9B-B293-FF292F8225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6290"/>
          <a:stretch/>
        </p:blipFill>
        <p:spPr>
          <a:xfrm>
            <a:off x="233289" y="928423"/>
            <a:ext cx="8340799" cy="623805"/>
          </a:xfrm>
          <a:prstGeom prst="rect">
            <a:avLst/>
          </a:prstGeom>
        </p:spPr>
      </p:pic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7B04E0C4-EDE4-A5F5-33DD-8DAAA991EE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9648879"/>
              </p:ext>
            </p:extLst>
          </p:nvPr>
        </p:nvGraphicFramePr>
        <p:xfrm>
          <a:off x="220663" y="1556485"/>
          <a:ext cx="8353426" cy="247771"/>
        </p:xfrm>
        <a:graphic>
          <a:graphicData uri="http://schemas.openxmlformats.org/drawingml/2006/table">
            <a:tbl>
              <a:tblPr/>
              <a:tblGrid>
                <a:gridCol w="1800783">
                  <a:extLst>
                    <a:ext uri="{9D8B030D-6E8A-4147-A177-3AD203B41FA5}">
                      <a16:colId xmlns:a16="http://schemas.microsoft.com/office/drawing/2014/main" val="2171105928"/>
                    </a:ext>
                  </a:extLst>
                </a:gridCol>
                <a:gridCol w="6552643">
                  <a:extLst>
                    <a:ext uri="{9D8B030D-6E8A-4147-A177-3AD203B41FA5}">
                      <a16:colId xmlns:a16="http://schemas.microsoft.com/office/drawing/2014/main" val="1792920102"/>
                    </a:ext>
                  </a:extLst>
                </a:gridCol>
              </a:tblGrid>
              <a:tr h="247771">
                <a:tc>
                  <a:txBody>
                    <a:bodyPr/>
                    <a:lstStyle/>
                    <a:p>
                      <a:pPr algn="l"/>
                      <a:r>
                        <a:rPr lang="en-US" altLang="ko-KR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      OTT </a:t>
                      </a:r>
                      <a:r>
                        <a:rPr lang="ko-KR" altLang="en-US" sz="800" b="0" u="none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상품 키</a:t>
                      </a: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817563" rtl="0" eaLnBrk="1" fontAlgn="base" latinLnBrk="1" hangingPunct="1">
                        <a:lnSpc>
                          <a:spcPts val="7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9565" marR="39565" marT="39565" marB="39565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2992594"/>
                  </a:ext>
                </a:extLst>
              </a:tr>
            </a:tbl>
          </a:graphicData>
        </a:graphic>
      </p:graphicFrame>
      <p:grpSp>
        <p:nvGrpSpPr>
          <p:cNvPr id="29" name="그룹 28">
            <a:extLst>
              <a:ext uri="{FF2B5EF4-FFF2-40B4-BE49-F238E27FC236}">
                <a16:creationId xmlns:a16="http://schemas.microsoft.com/office/drawing/2014/main" id="{FBE34772-5328-F978-FE94-75507AE2091F}"/>
              </a:ext>
            </a:extLst>
          </p:cNvPr>
          <p:cNvGrpSpPr/>
          <p:nvPr/>
        </p:nvGrpSpPr>
        <p:grpSpPr>
          <a:xfrm>
            <a:off x="2057451" y="1574591"/>
            <a:ext cx="5686655" cy="215444"/>
            <a:chOff x="3176075" y="2578444"/>
            <a:chExt cx="5015269" cy="215444"/>
          </a:xfrm>
        </p:grpSpPr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199F764F-4D53-7A7A-29E8-B9D4C30A14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6075" y="2596342"/>
              <a:ext cx="4254935" cy="162000"/>
            </a:xfrm>
            <a:prstGeom prst="rect">
              <a:avLst/>
            </a:prstGeom>
            <a:solidFill>
              <a:sysClr val="window" lastClr="FFFFFF"/>
            </a:solidFill>
            <a:ln w="3175" algn="ctr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lIns="36000" tIns="36000" rIns="36000" bIns="36000" anchor="ctr"/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1pPr>
              <a:lvl2pPr marL="4572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2pPr>
              <a:lvl3pPr marL="9144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3pPr>
              <a:lvl4pPr marL="13716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4pPr>
              <a:lvl5pPr marL="1828800" algn="l" rtl="0" fontAlgn="base" latinLnBrk="1">
                <a:spcBef>
                  <a:spcPct val="0"/>
                </a:spcBef>
                <a:spcAft>
                  <a:spcPct val="0"/>
                </a:spcAft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2400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9pPr>
            </a:lstStyle>
            <a:p>
              <a:pPr algn="r" fontAlgn="auto" latinLnBrk="0" hangingPunct="0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ct val="45000"/>
                <a:defRPr/>
              </a:pPr>
              <a:endParaRPr lang="ko-KR" altLang="en-US" sz="800" kern="0" dirty="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8C3D262-8871-FB72-8116-BE1E3BD76881}"/>
                </a:ext>
              </a:extLst>
            </p:cNvPr>
            <p:cNvSpPr txBox="1"/>
            <p:nvPr/>
          </p:nvSpPr>
          <p:spPr>
            <a:xfrm>
              <a:off x="7399256" y="2578444"/>
              <a:ext cx="792088" cy="21544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l"/>
              <a:r>
                <a:rPr kumimoji="1" lang="en-US" altLang="ko-KR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ea typeface="+mn-ea"/>
                  <a:cs typeface="+mn-cs"/>
                </a:rPr>
                <a:t>(00/00 Bytes)</a:t>
              </a:r>
              <a:endParaRPr lang="ko-KR" altLang="en-US" dirty="0">
                <a:latin typeface="+mn-ea"/>
                <a:ea typeface="+mn-ea"/>
              </a:endParaRPr>
            </a:p>
          </p:txBody>
        </p:sp>
      </p:grpSp>
      <p:sp>
        <p:nvSpPr>
          <p:cNvPr id="33" name="AutoShape 62">
            <a:extLst>
              <a:ext uri="{FF2B5EF4-FFF2-40B4-BE49-F238E27FC236}">
                <a16:creationId xmlns:a16="http://schemas.microsoft.com/office/drawing/2014/main" id="{5912AB17-2F97-7766-AB2D-D47736DFCF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9358" y="1592489"/>
            <a:ext cx="153725" cy="158007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>
            <a:noFill/>
            <a:round/>
            <a:headEnd/>
            <a:tailEnd/>
          </a:ln>
        </p:spPr>
        <p:txBody>
          <a:bodyPr wrap="none" lIns="18000" tIns="18000" rIns="18000" bIns="18000" anchor="ctr">
            <a:spAutoFit/>
          </a:bodyPr>
          <a:lstStyle/>
          <a:p>
            <a:pPr algn="ctr" defTabSz="1054100">
              <a:spcBef>
                <a:spcPct val="50000"/>
              </a:spcBef>
            </a:pPr>
            <a:r>
              <a:rPr lang="en-US" altLang="ko-KR" sz="700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</a:t>
            </a:r>
            <a:endParaRPr lang="en-US" altLang="ko-KR" sz="700" b="1" dirty="0">
              <a:solidFill>
                <a:srgbClr val="FFFF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4" name="Cutout">
            <a:extLst>
              <a:ext uri="{FF2B5EF4-FFF2-40B4-BE49-F238E27FC236}">
                <a16:creationId xmlns:a16="http://schemas.microsoft.com/office/drawing/2014/main" id="{4B2B120D-86B6-42D2-8A84-326BE9C27964}"/>
              </a:ext>
            </a:extLst>
          </p:cNvPr>
          <p:cNvGrpSpPr/>
          <p:nvPr/>
        </p:nvGrpSpPr>
        <p:grpSpPr>
          <a:xfrm rot="5400000">
            <a:off x="4307364" y="-3190366"/>
            <a:ext cx="180021" cy="8353425"/>
            <a:chOff x="6402388" y="1584325"/>
            <a:chExt cx="239713" cy="933450"/>
          </a:xfrm>
          <a:solidFill>
            <a:srgbClr val="FFFFFF"/>
          </a:solidFill>
        </p:grpSpPr>
        <p:sp>
          <p:nvSpPr>
            <p:cNvPr id="35" name="Fill">
              <a:extLst>
                <a:ext uri="{FF2B5EF4-FFF2-40B4-BE49-F238E27FC236}">
                  <a16:creationId xmlns:a16="http://schemas.microsoft.com/office/drawing/2014/main" id="{B34AA47E-F4E6-48D0-04C4-50C3225AA803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74 w 151"/>
                <a:gd name="T1" fmla="*/ 588 h 588"/>
                <a:gd name="T2" fmla="*/ 151 w 151"/>
                <a:gd name="T3" fmla="*/ 518 h 588"/>
                <a:gd name="T4" fmla="*/ 74 w 151"/>
                <a:gd name="T5" fmla="*/ 441 h 588"/>
                <a:gd name="T6" fmla="*/ 151 w 151"/>
                <a:gd name="T7" fmla="*/ 375 h 588"/>
                <a:gd name="T8" fmla="*/ 74 w 151"/>
                <a:gd name="T9" fmla="*/ 294 h 588"/>
                <a:gd name="T10" fmla="*/ 151 w 151"/>
                <a:gd name="T11" fmla="*/ 231 h 588"/>
                <a:gd name="T12" fmla="*/ 74 w 151"/>
                <a:gd name="T13" fmla="*/ 147 h 588"/>
                <a:gd name="T14" fmla="*/ 151 w 151"/>
                <a:gd name="T15" fmla="*/ 88 h 588"/>
                <a:gd name="T16" fmla="*/ 74 w 151"/>
                <a:gd name="T17" fmla="*/ 0 h 588"/>
                <a:gd name="T18" fmla="*/ 0 w 151"/>
                <a:gd name="T19" fmla="*/ 0 h 588"/>
                <a:gd name="T20" fmla="*/ 78 w 151"/>
                <a:gd name="T21" fmla="*/ 88 h 588"/>
                <a:gd name="T22" fmla="*/ 0 w 151"/>
                <a:gd name="T23" fmla="*/ 147 h 588"/>
                <a:gd name="T24" fmla="*/ 78 w 151"/>
                <a:gd name="T25" fmla="*/ 231 h 588"/>
                <a:gd name="T26" fmla="*/ 0 w 151"/>
                <a:gd name="T27" fmla="*/ 294 h 588"/>
                <a:gd name="T28" fmla="*/ 78 w 151"/>
                <a:gd name="T29" fmla="*/ 375 h 588"/>
                <a:gd name="T30" fmla="*/ 0 w 151"/>
                <a:gd name="T31" fmla="*/ 441 h 588"/>
                <a:gd name="T32" fmla="*/ 78 w 151"/>
                <a:gd name="T33" fmla="*/ 518 h 588"/>
                <a:gd name="T34" fmla="*/ 0 w 151"/>
                <a:gd name="T35" fmla="*/ 588 h 588"/>
                <a:gd name="T36" fmla="*/ 74 w 151"/>
                <a:gd name="T37" fmla="*/ 588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1" h="588">
                  <a:moveTo>
                    <a:pt x="74" y="588"/>
                  </a:moveTo>
                  <a:lnTo>
                    <a:pt x="151" y="518"/>
                  </a:lnTo>
                  <a:lnTo>
                    <a:pt x="74" y="441"/>
                  </a:lnTo>
                  <a:lnTo>
                    <a:pt x="151" y="375"/>
                  </a:lnTo>
                  <a:lnTo>
                    <a:pt x="74" y="294"/>
                  </a:lnTo>
                  <a:lnTo>
                    <a:pt x="151" y="231"/>
                  </a:lnTo>
                  <a:lnTo>
                    <a:pt x="74" y="147"/>
                  </a:lnTo>
                  <a:lnTo>
                    <a:pt x="151" y="88"/>
                  </a:lnTo>
                  <a:lnTo>
                    <a:pt x="74" y="0"/>
                  </a:lnTo>
                  <a:lnTo>
                    <a:pt x="0" y="0"/>
                  </a:lnTo>
                  <a:lnTo>
                    <a:pt x="78" y="88"/>
                  </a:lnTo>
                  <a:lnTo>
                    <a:pt x="0" y="147"/>
                  </a:lnTo>
                  <a:lnTo>
                    <a:pt x="78" y="231"/>
                  </a:lnTo>
                  <a:lnTo>
                    <a:pt x="0" y="294"/>
                  </a:lnTo>
                  <a:lnTo>
                    <a:pt x="78" y="375"/>
                  </a:lnTo>
                  <a:lnTo>
                    <a:pt x="0" y="441"/>
                  </a:lnTo>
                  <a:lnTo>
                    <a:pt x="78" y="518"/>
                  </a:lnTo>
                  <a:lnTo>
                    <a:pt x="0" y="588"/>
                  </a:lnTo>
                  <a:lnTo>
                    <a:pt x="74" y="588"/>
                  </a:lnTo>
                  <a:close/>
                </a:path>
              </a:pathLst>
            </a:custGeom>
            <a:grp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  <p:sp>
          <p:nvSpPr>
            <p:cNvPr id="36" name="Border">
              <a:extLst>
                <a:ext uri="{FF2B5EF4-FFF2-40B4-BE49-F238E27FC236}">
                  <a16:creationId xmlns:a16="http://schemas.microsoft.com/office/drawing/2014/main" id="{96FBC822-7495-8E3F-3F27-47CCFA741A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402388" y="1584325"/>
              <a:ext cx="239713" cy="933450"/>
            </a:xfrm>
            <a:custGeom>
              <a:avLst/>
              <a:gdLst>
                <a:gd name="T0" fmla="*/ 0 w 909"/>
                <a:gd name="T1" fmla="*/ 0 h 3585"/>
                <a:gd name="T2" fmla="*/ 467 w 909"/>
                <a:gd name="T3" fmla="*/ 535 h 3585"/>
                <a:gd name="T4" fmla="*/ 0 w 909"/>
                <a:gd name="T5" fmla="*/ 896 h 3585"/>
                <a:gd name="T6" fmla="*/ 467 w 909"/>
                <a:gd name="T7" fmla="*/ 1409 h 3585"/>
                <a:gd name="T8" fmla="*/ 0 w 909"/>
                <a:gd name="T9" fmla="*/ 1793 h 3585"/>
                <a:gd name="T10" fmla="*/ 467 w 909"/>
                <a:gd name="T11" fmla="*/ 2284 h 3585"/>
                <a:gd name="T12" fmla="*/ 0 w 909"/>
                <a:gd name="T13" fmla="*/ 2689 h 3585"/>
                <a:gd name="T14" fmla="*/ 467 w 909"/>
                <a:gd name="T15" fmla="*/ 3158 h 3585"/>
                <a:gd name="T16" fmla="*/ 0 w 909"/>
                <a:gd name="T17" fmla="*/ 3585 h 3585"/>
                <a:gd name="T18" fmla="*/ 442 w 909"/>
                <a:gd name="T19" fmla="*/ 3585 h 3585"/>
                <a:gd name="T20" fmla="*/ 909 w 909"/>
                <a:gd name="T21" fmla="*/ 3158 h 3585"/>
                <a:gd name="T22" fmla="*/ 442 w 909"/>
                <a:gd name="T23" fmla="*/ 2689 h 3585"/>
                <a:gd name="T24" fmla="*/ 909 w 909"/>
                <a:gd name="T25" fmla="*/ 2284 h 3585"/>
                <a:gd name="T26" fmla="*/ 442 w 909"/>
                <a:gd name="T27" fmla="*/ 1793 h 3585"/>
                <a:gd name="T28" fmla="*/ 909 w 909"/>
                <a:gd name="T29" fmla="*/ 1409 h 3585"/>
                <a:gd name="T30" fmla="*/ 442 w 909"/>
                <a:gd name="T31" fmla="*/ 896 h 3585"/>
                <a:gd name="T32" fmla="*/ 909 w 909"/>
                <a:gd name="T33" fmla="*/ 535 h 3585"/>
                <a:gd name="T34" fmla="*/ 442 w 909"/>
                <a:gd name="T35" fmla="*/ 0 h 3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09" h="3585">
                  <a:moveTo>
                    <a:pt x="0" y="0"/>
                  </a:moveTo>
                  <a:lnTo>
                    <a:pt x="467" y="535"/>
                  </a:lnTo>
                  <a:lnTo>
                    <a:pt x="0" y="896"/>
                  </a:lnTo>
                  <a:lnTo>
                    <a:pt x="467" y="1409"/>
                  </a:lnTo>
                  <a:lnTo>
                    <a:pt x="0" y="1793"/>
                  </a:lnTo>
                  <a:lnTo>
                    <a:pt x="467" y="2284"/>
                  </a:lnTo>
                  <a:lnTo>
                    <a:pt x="0" y="2689"/>
                  </a:lnTo>
                  <a:lnTo>
                    <a:pt x="467" y="3158"/>
                  </a:lnTo>
                  <a:lnTo>
                    <a:pt x="0" y="3585"/>
                  </a:lnTo>
                  <a:moveTo>
                    <a:pt x="442" y="3585"/>
                  </a:moveTo>
                  <a:lnTo>
                    <a:pt x="909" y="3158"/>
                  </a:lnTo>
                  <a:lnTo>
                    <a:pt x="442" y="2689"/>
                  </a:lnTo>
                  <a:lnTo>
                    <a:pt x="909" y="2284"/>
                  </a:lnTo>
                  <a:lnTo>
                    <a:pt x="442" y="1793"/>
                  </a:lnTo>
                  <a:lnTo>
                    <a:pt x="909" y="1409"/>
                  </a:lnTo>
                  <a:lnTo>
                    <a:pt x="442" y="896"/>
                  </a:lnTo>
                  <a:lnTo>
                    <a:pt x="909" y="535"/>
                  </a:lnTo>
                  <a:lnTo>
                    <a:pt x="442" y="0"/>
                  </a:lnTo>
                </a:path>
              </a:pathLst>
            </a:custGeom>
            <a:noFill/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>
                <a:solidFill>
                  <a:srgbClr val="5F5F5F"/>
                </a:solidFill>
                <a:latin typeface="나눔고딕" panose="020D0804000000000000" pitchFamily="50" charset="-127"/>
                <a:ea typeface="나눔고딕" panose="020D0804000000000000" pitchFamily="50" charset="-127"/>
                <a:cs typeface="Segoe UI" panose="020B0502040204020203" pitchFamily="34" charset="0"/>
              </a:endParaRPr>
            </a:p>
          </p:txBody>
        </p:sp>
      </p:grp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81986A2-BDDC-DDE5-639C-92A9CBB8D43F}"/>
              </a:ext>
            </a:extLst>
          </p:cNvPr>
          <p:cNvSpPr/>
          <p:nvPr/>
        </p:nvSpPr>
        <p:spPr>
          <a:xfrm>
            <a:off x="11210082" y="58586"/>
            <a:ext cx="3147059" cy="7732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lang="en-US" altLang="ko-KR" sz="900" dirty="0">
                <a:latin typeface="+mn-ea"/>
              </a:rPr>
              <a:t>[2025-03-20 UPDATE]</a:t>
            </a:r>
          </a:p>
          <a:p>
            <a:pPr algn="l"/>
            <a:endParaRPr lang="en-US" altLang="ko-KR" sz="900" dirty="0">
              <a:latin typeface="+mn-ea"/>
            </a:endParaRP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US" altLang="ko-KR" sz="900" dirty="0">
                <a:latin typeface="+mn-ea"/>
              </a:rPr>
              <a:t>&lt;OTT </a:t>
            </a:r>
            <a:r>
              <a:rPr lang="ko-KR" altLang="en-US" sz="900" dirty="0">
                <a:latin typeface="+mn-ea"/>
              </a:rPr>
              <a:t>상품 키</a:t>
            </a:r>
            <a:r>
              <a:rPr lang="en-US" altLang="ko-KR" sz="900" dirty="0">
                <a:latin typeface="+mn-ea"/>
              </a:rPr>
              <a:t>&gt; </a:t>
            </a:r>
            <a:r>
              <a:rPr lang="ko-KR" altLang="en-US" sz="900" dirty="0">
                <a:latin typeface="+mn-ea"/>
              </a:rPr>
              <a:t>항목 추가</a:t>
            </a:r>
            <a:endParaRPr lang="en-US" altLang="ko-KR" sz="9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30907859"/>
      </p:ext>
    </p:extLst>
  </p:cSld>
  <p:clrMapOvr>
    <a:masterClrMapping/>
  </p:clrMapOvr>
</p:sld>
</file>

<file path=ppt/theme/theme1.xml><?xml version="1.0" encoding="utf-8"?>
<a:theme xmlns:a="http://schemas.openxmlformats.org/drawingml/2006/main" name="공통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105260</TotalTime>
  <Words>1696</Words>
  <Application>Microsoft Macintosh PowerPoint</Application>
  <PresentationFormat>사용자 지정</PresentationFormat>
  <Paragraphs>533</Paragraphs>
  <Slides>15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15</vt:i4>
      </vt:variant>
    </vt:vector>
  </HeadingPairs>
  <TitlesOfParts>
    <vt:vector size="24" baseType="lpstr">
      <vt:lpstr>굴림</vt:lpstr>
      <vt:lpstr>나눔고딕</vt:lpstr>
      <vt:lpstr>맑은 고딕</vt:lpstr>
      <vt:lpstr>Arial</vt:lpstr>
      <vt:lpstr>Times New Roman</vt:lpstr>
      <vt:lpstr>공통</vt:lpstr>
      <vt:lpstr>2_디자인 사용자 지정</vt:lpstr>
      <vt:lpstr>3_디자인 사용자 지정</vt:lpstr>
      <vt:lpstr>4_디자인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문서양식(파워포인트-가로템플릿)</dc:title>
  <dc:subject>LH공사-건설기술정보시스템</dc:subject>
  <dc:creator>김남진</dc:creator>
  <cp:lastModifiedBy>주연 조</cp:lastModifiedBy>
  <cp:revision>3941</cp:revision>
  <dcterms:modified xsi:type="dcterms:W3CDTF">2025-08-07T05:00:10Z</dcterms:modified>
</cp:coreProperties>
</file>